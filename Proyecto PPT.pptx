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oboto"/>
      <p:regular r:id="rId14"/>
      <p:bold r:id="rId15"/>
      <p:italic r:id="rId16"/>
      <p:boldItalic r:id="rId17"/>
    </p:embeddedFont>
    <p:embeddedFont>
      <p:font typeface="Nunito"/>
      <p:regular r:id="rId18"/>
      <p:bold r:id="rId19"/>
      <p:italic r:id="rId20"/>
      <p:boldItalic r:id="rId21"/>
    </p:embeddedFont>
    <p:embeddedFont>
      <p:font typeface="Tahoma"/>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5.xml"/><Relationship Id="rId22" Type="http://schemas.openxmlformats.org/officeDocument/2006/relationships/font" Target="fonts/Tahoma-regular.fntdata"/><Relationship Id="rId10" Type="http://schemas.openxmlformats.org/officeDocument/2006/relationships/slide" Target="slides/slide4.xml"/><Relationship Id="rId21" Type="http://schemas.openxmlformats.org/officeDocument/2006/relationships/font" Target="fonts/Nunito-boldItalic.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Tahom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slideMaster" Target="slideMasters/slideMaster2.xml"/><Relationship Id="rId19" Type="http://schemas.openxmlformats.org/officeDocument/2006/relationships/font" Target="fonts/Nunito-bold.fntdata"/><Relationship Id="rId6" Type="http://schemas.openxmlformats.org/officeDocument/2006/relationships/notesMaster" Target="notesMasters/notesMaster1.xml"/><Relationship Id="rId18"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3812e3e5e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2d3812e3e5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3812e3e5e_0_1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2d3812e3e5e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5bab063705_0_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5bab063705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bab063705_0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5bab063705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bab063705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5bab063705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bab063705_0_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5bab063705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bab063705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5bab063705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4" name="Shape 124"/>
        <p:cNvGrpSpPr/>
        <p:nvPr/>
      </p:nvGrpSpPr>
      <p:grpSpPr>
        <a:xfrm>
          <a:off x="0" y="0"/>
          <a:ext cx="0" cy="0"/>
          <a:chOff x="0" y="0"/>
          <a:chExt cx="0" cy="0"/>
        </a:xfrm>
      </p:grpSpPr>
      <p:sp>
        <p:nvSpPr>
          <p:cNvPr id="125" name="Google Shape;125;p13"/>
          <p:cNvSpPr txBox="1"/>
          <p:nvPr>
            <p:ph type="title"/>
          </p:nvPr>
        </p:nvSpPr>
        <p:spPr>
          <a:xfrm>
            <a:off x="1605221" y="503099"/>
            <a:ext cx="5933400" cy="259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1700">
                <a:solidFill>
                  <a:srgbClr val="1D77F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6" name="Google Shape;126;p13"/>
          <p:cNvSpPr txBox="1"/>
          <p:nvPr>
            <p:ph idx="1" type="body"/>
          </p:nvPr>
        </p:nvSpPr>
        <p:spPr>
          <a:xfrm>
            <a:off x="4523267" y="913239"/>
            <a:ext cx="4029000" cy="194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300"/>
              <a:buNone/>
              <a:defRPr b="1" i="0" sz="1300">
                <a:solidFill>
                  <a:srgbClr val="00AFEF"/>
                </a:solidFill>
                <a:latin typeface="Calibri"/>
                <a:ea typeface="Calibri"/>
                <a:cs typeface="Calibri"/>
                <a:sym typeface="Calibri"/>
              </a:defRPr>
            </a:lvl1pPr>
            <a:lvl2pPr indent="-228600" lvl="1" marL="914400" algn="l">
              <a:spcBef>
                <a:spcPts val="1200"/>
              </a:spcBef>
              <a:spcAft>
                <a:spcPts val="0"/>
              </a:spcAft>
              <a:buSzPts val="1100"/>
              <a:buNone/>
              <a:defRPr/>
            </a:lvl2pPr>
            <a:lvl3pPr indent="-228600" lvl="2" marL="1371600" algn="l">
              <a:spcBef>
                <a:spcPts val="1200"/>
              </a:spcBef>
              <a:spcAft>
                <a:spcPts val="0"/>
              </a:spcAft>
              <a:buSzPts val="1100"/>
              <a:buNone/>
              <a:defRPr/>
            </a:lvl3pPr>
            <a:lvl4pPr indent="-228600" lvl="3" marL="1828800" algn="l">
              <a:spcBef>
                <a:spcPts val="1200"/>
              </a:spcBef>
              <a:spcAft>
                <a:spcPts val="0"/>
              </a:spcAft>
              <a:buSzPts val="1100"/>
              <a:buNone/>
              <a:defRPr/>
            </a:lvl4pPr>
            <a:lvl5pPr indent="-228600" lvl="4" marL="2286000" algn="l">
              <a:spcBef>
                <a:spcPts val="1200"/>
              </a:spcBef>
              <a:spcAft>
                <a:spcPts val="0"/>
              </a:spcAft>
              <a:buSzPts val="1100"/>
              <a:buNone/>
              <a:defRPr/>
            </a:lvl5pPr>
            <a:lvl6pPr indent="-228600" lvl="5" marL="2743200" algn="l">
              <a:spcBef>
                <a:spcPts val="1200"/>
              </a:spcBef>
              <a:spcAft>
                <a:spcPts val="0"/>
              </a:spcAft>
              <a:buSzPts val="1100"/>
              <a:buNone/>
              <a:defRPr/>
            </a:lvl6pPr>
            <a:lvl7pPr indent="-228600" lvl="6" marL="3200400" algn="l">
              <a:spcBef>
                <a:spcPts val="1200"/>
              </a:spcBef>
              <a:spcAft>
                <a:spcPts val="0"/>
              </a:spcAft>
              <a:buSzPts val="1100"/>
              <a:buNone/>
              <a:defRPr/>
            </a:lvl7pPr>
            <a:lvl8pPr indent="-228600" lvl="7" marL="3657600" algn="l">
              <a:spcBef>
                <a:spcPts val="1200"/>
              </a:spcBef>
              <a:spcAft>
                <a:spcPts val="0"/>
              </a:spcAft>
              <a:buSzPts val="1100"/>
              <a:buNone/>
              <a:defRPr/>
            </a:lvl8pPr>
            <a:lvl9pPr indent="-228600" lvl="8" marL="4114800" algn="l">
              <a:spcBef>
                <a:spcPts val="1200"/>
              </a:spcBef>
              <a:spcAft>
                <a:spcPts val="1200"/>
              </a:spcAft>
              <a:buSzPts val="1100"/>
              <a:buNone/>
              <a:defRPr/>
            </a:lvl9pPr>
          </a:lstStyle>
          <a:p/>
        </p:txBody>
      </p:sp>
      <p:sp>
        <p:nvSpPr>
          <p:cNvPr id="127" name="Google Shape;127;p13"/>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28" name="Google Shape;128;p13"/>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29" name="Google Shape;129;p13"/>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48" name="Shape 148"/>
        <p:cNvGrpSpPr/>
        <p:nvPr/>
      </p:nvGrpSpPr>
      <p:grpSpPr>
        <a:xfrm>
          <a:off x="0" y="0"/>
          <a:ext cx="0" cy="0"/>
          <a:chOff x="0" y="0"/>
          <a:chExt cx="0" cy="0"/>
        </a:xfrm>
      </p:grpSpPr>
      <p:sp>
        <p:nvSpPr>
          <p:cNvPr id="149" name="Google Shape;149;p15"/>
          <p:cNvSpPr txBox="1"/>
          <p:nvPr>
            <p:ph type="ctrTitle"/>
          </p:nvPr>
        </p:nvSpPr>
        <p:spPr>
          <a:xfrm>
            <a:off x="2282654" y="479657"/>
            <a:ext cx="4578900" cy="36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15"/>
          <p:cNvSpPr txBox="1"/>
          <p:nvPr>
            <p:ph idx="1" type="subTitle"/>
          </p:nvPr>
        </p:nvSpPr>
        <p:spPr>
          <a:xfrm>
            <a:off x="1371600" y="2880360"/>
            <a:ext cx="6400800" cy="27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1" name="Google Shape;151;p15"/>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2" name="Google Shape;152;p15"/>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3" name="Google Shape;153;p15"/>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4" name="Shape 154"/>
        <p:cNvGrpSpPr/>
        <p:nvPr/>
      </p:nvGrpSpPr>
      <p:grpSpPr>
        <a:xfrm>
          <a:off x="0" y="0"/>
          <a:ext cx="0" cy="0"/>
          <a:chOff x="0" y="0"/>
          <a:chExt cx="0" cy="0"/>
        </a:xfrm>
      </p:grpSpPr>
      <p:sp>
        <p:nvSpPr>
          <p:cNvPr id="155" name="Google Shape;155;p16"/>
          <p:cNvSpPr txBox="1"/>
          <p:nvPr>
            <p:ph type="title"/>
          </p:nvPr>
        </p:nvSpPr>
        <p:spPr>
          <a:xfrm>
            <a:off x="1605221" y="503099"/>
            <a:ext cx="5933400" cy="259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1700">
                <a:solidFill>
                  <a:srgbClr val="1D77F9"/>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6" name="Google Shape;156;p16"/>
          <p:cNvSpPr txBox="1"/>
          <p:nvPr>
            <p:ph idx="1" type="body"/>
          </p:nvPr>
        </p:nvSpPr>
        <p:spPr>
          <a:xfrm>
            <a:off x="4523267" y="913239"/>
            <a:ext cx="4029000" cy="194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1" i="0" sz="1300">
                <a:solidFill>
                  <a:srgbClr val="00AFEF"/>
                </a:solidFill>
                <a:latin typeface="Calibri"/>
                <a:ea typeface="Calibri"/>
                <a:cs typeface="Calibri"/>
                <a:sym typeface="Calibri"/>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57" name="Google Shape;157;p16"/>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8" name="Google Shape;158;p16"/>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9" name="Google Shape;159;p16"/>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60" name="Shape 160"/>
        <p:cNvGrpSpPr/>
        <p:nvPr/>
      </p:nvGrpSpPr>
      <p:grpSpPr>
        <a:xfrm>
          <a:off x="0" y="0"/>
          <a:ext cx="0" cy="0"/>
          <a:chOff x="0" y="0"/>
          <a:chExt cx="0" cy="0"/>
        </a:xfrm>
      </p:grpSpPr>
      <p:sp>
        <p:nvSpPr>
          <p:cNvPr id="161" name="Google Shape;161;p17"/>
          <p:cNvSpPr txBox="1"/>
          <p:nvPr>
            <p:ph type="title"/>
          </p:nvPr>
        </p:nvSpPr>
        <p:spPr>
          <a:xfrm>
            <a:off x="1605221" y="503099"/>
            <a:ext cx="5933400" cy="259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1700">
                <a:solidFill>
                  <a:srgbClr val="1D77F9"/>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2" name="Google Shape;162;p17"/>
          <p:cNvSpPr txBox="1"/>
          <p:nvPr>
            <p:ph idx="1" type="body"/>
          </p:nvPr>
        </p:nvSpPr>
        <p:spPr>
          <a:xfrm>
            <a:off x="457200" y="1183005"/>
            <a:ext cx="3977700" cy="2769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63" name="Google Shape;163;p17"/>
          <p:cNvSpPr txBox="1"/>
          <p:nvPr>
            <p:ph idx="2" type="body"/>
          </p:nvPr>
        </p:nvSpPr>
        <p:spPr>
          <a:xfrm>
            <a:off x="4709160" y="1183005"/>
            <a:ext cx="3977700" cy="2769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64" name="Google Shape;164;p17"/>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17"/>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17"/>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7" name="Shape 167"/>
        <p:cNvGrpSpPr/>
        <p:nvPr/>
      </p:nvGrpSpPr>
      <p:grpSpPr>
        <a:xfrm>
          <a:off x="0" y="0"/>
          <a:ext cx="0" cy="0"/>
          <a:chOff x="0" y="0"/>
          <a:chExt cx="0" cy="0"/>
        </a:xfrm>
      </p:grpSpPr>
      <p:sp>
        <p:nvSpPr>
          <p:cNvPr id="168" name="Google Shape;168;p18"/>
          <p:cNvSpPr txBox="1"/>
          <p:nvPr>
            <p:ph type="title"/>
          </p:nvPr>
        </p:nvSpPr>
        <p:spPr>
          <a:xfrm>
            <a:off x="1605221" y="503099"/>
            <a:ext cx="5933400" cy="259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1700">
                <a:solidFill>
                  <a:srgbClr val="1D77F9"/>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p18"/>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18"/>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1" name="Google Shape;171;p18"/>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2" name="Shape 172"/>
        <p:cNvGrpSpPr/>
        <p:nvPr/>
      </p:nvGrpSpPr>
      <p:grpSpPr>
        <a:xfrm>
          <a:off x="0" y="0"/>
          <a:ext cx="0" cy="0"/>
          <a:chOff x="0" y="0"/>
          <a:chExt cx="0" cy="0"/>
        </a:xfrm>
      </p:grpSpPr>
      <p:sp>
        <p:nvSpPr>
          <p:cNvPr id="173" name="Google Shape;173;p19"/>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4" name="Google Shape;174;p19"/>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19"/>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a:solidFill>
                  <a:srgbClr val="00132F"/>
                </a:solidFill>
                <a:latin typeface="Tahoma"/>
                <a:ea typeface="Tahoma"/>
                <a:cs typeface="Tahoma"/>
                <a:sym typeface="Tahoma"/>
              </a:defRPr>
            </a:lvl1pPr>
            <a:lvl2pPr indent="0" lvl="1" marL="25400" marR="0" algn="l">
              <a:lnSpc>
                <a:spcPct val="100000"/>
              </a:lnSpc>
              <a:spcBef>
                <a:spcPts val="0"/>
              </a:spcBef>
              <a:buNone/>
              <a:defRPr b="0" i="0" sz="900">
                <a:solidFill>
                  <a:srgbClr val="00132F"/>
                </a:solidFill>
                <a:latin typeface="Tahoma"/>
                <a:ea typeface="Tahoma"/>
                <a:cs typeface="Tahoma"/>
                <a:sym typeface="Tahoma"/>
              </a:defRPr>
            </a:lvl2pPr>
            <a:lvl3pPr indent="0" lvl="2" marL="25400" marR="0" algn="l">
              <a:lnSpc>
                <a:spcPct val="100000"/>
              </a:lnSpc>
              <a:spcBef>
                <a:spcPts val="0"/>
              </a:spcBef>
              <a:buNone/>
              <a:defRPr b="0" i="0" sz="900">
                <a:solidFill>
                  <a:srgbClr val="00132F"/>
                </a:solidFill>
                <a:latin typeface="Tahoma"/>
                <a:ea typeface="Tahoma"/>
                <a:cs typeface="Tahoma"/>
                <a:sym typeface="Tahoma"/>
              </a:defRPr>
            </a:lvl3pPr>
            <a:lvl4pPr indent="0" lvl="3" marL="25400" marR="0" algn="l">
              <a:lnSpc>
                <a:spcPct val="100000"/>
              </a:lnSpc>
              <a:spcBef>
                <a:spcPts val="0"/>
              </a:spcBef>
              <a:buNone/>
              <a:defRPr b="0" i="0" sz="900">
                <a:solidFill>
                  <a:srgbClr val="00132F"/>
                </a:solidFill>
                <a:latin typeface="Tahoma"/>
                <a:ea typeface="Tahoma"/>
                <a:cs typeface="Tahoma"/>
                <a:sym typeface="Tahoma"/>
              </a:defRPr>
            </a:lvl4pPr>
            <a:lvl5pPr indent="0" lvl="4" marL="25400" marR="0" algn="l">
              <a:lnSpc>
                <a:spcPct val="100000"/>
              </a:lnSpc>
              <a:spcBef>
                <a:spcPts val="0"/>
              </a:spcBef>
              <a:buNone/>
              <a:defRPr b="0" i="0" sz="900">
                <a:solidFill>
                  <a:srgbClr val="00132F"/>
                </a:solidFill>
                <a:latin typeface="Tahoma"/>
                <a:ea typeface="Tahoma"/>
                <a:cs typeface="Tahoma"/>
                <a:sym typeface="Tahoma"/>
              </a:defRPr>
            </a:lvl5pPr>
            <a:lvl6pPr indent="0" lvl="5" marL="25400" marR="0" algn="l">
              <a:lnSpc>
                <a:spcPct val="100000"/>
              </a:lnSpc>
              <a:spcBef>
                <a:spcPts val="0"/>
              </a:spcBef>
              <a:buNone/>
              <a:defRPr b="0" i="0" sz="900">
                <a:solidFill>
                  <a:srgbClr val="00132F"/>
                </a:solidFill>
                <a:latin typeface="Tahoma"/>
                <a:ea typeface="Tahoma"/>
                <a:cs typeface="Tahoma"/>
                <a:sym typeface="Tahoma"/>
              </a:defRPr>
            </a:lvl6pPr>
            <a:lvl7pPr indent="0" lvl="6" marL="25400" marR="0" algn="l">
              <a:lnSpc>
                <a:spcPct val="100000"/>
              </a:lnSpc>
              <a:spcBef>
                <a:spcPts val="0"/>
              </a:spcBef>
              <a:buNone/>
              <a:defRPr b="0" i="0" sz="900">
                <a:solidFill>
                  <a:srgbClr val="00132F"/>
                </a:solidFill>
                <a:latin typeface="Tahoma"/>
                <a:ea typeface="Tahoma"/>
                <a:cs typeface="Tahoma"/>
                <a:sym typeface="Tahoma"/>
              </a:defRPr>
            </a:lvl7pPr>
            <a:lvl8pPr indent="0" lvl="7" marL="25400" marR="0" algn="l">
              <a:lnSpc>
                <a:spcPct val="100000"/>
              </a:lnSpc>
              <a:spcBef>
                <a:spcPts val="0"/>
              </a:spcBef>
              <a:buNone/>
              <a:defRPr b="0" i="0" sz="900">
                <a:solidFill>
                  <a:srgbClr val="00132F"/>
                </a:solidFill>
                <a:latin typeface="Tahoma"/>
                <a:ea typeface="Tahoma"/>
                <a:cs typeface="Tahoma"/>
                <a:sym typeface="Tahoma"/>
              </a:defRPr>
            </a:lvl8pPr>
            <a:lvl9pPr indent="0" lvl="8" marL="25400" marR="0" algn="l">
              <a:lnSpc>
                <a:spcPct val="100000"/>
              </a:lnSpc>
              <a:spcBef>
                <a:spcPts val="0"/>
              </a:spcBef>
              <a:buNone/>
              <a:defRPr b="0" i="0" sz="900">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1.xml"/><Relationship Id="rId1" Type="http://schemas.openxmlformats.org/officeDocument/2006/relationships/image" Target="../media/image5.png"/><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5.png"/><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pic>
        <p:nvPicPr>
          <p:cNvPr id="131" name="Google Shape;131;p14"/>
          <p:cNvPicPr preferRelativeResize="0"/>
          <p:nvPr/>
        </p:nvPicPr>
        <p:blipFill rotWithShape="1">
          <a:blip r:embed="rId1">
            <a:alphaModFix/>
          </a:blip>
          <a:srcRect b="0" l="0" r="0" t="0"/>
          <a:stretch/>
        </p:blipFill>
        <p:spPr>
          <a:xfrm>
            <a:off x="5537609" y="45172"/>
            <a:ext cx="3604717" cy="5098327"/>
          </a:xfrm>
          <a:prstGeom prst="rect">
            <a:avLst/>
          </a:prstGeom>
          <a:noFill/>
          <a:ln>
            <a:noFill/>
          </a:ln>
        </p:spPr>
      </p:pic>
      <p:pic>
        <p:nvPicPr>
          <p:cNvPr id="132" name="Google Shape;132;p14"/>
          <p:cNvPicPr preferRelativeResize="0"/>
          <p:nvPr/>
        </p:nvPicPr>
        <p:blipFill rotWithShape="1">
          <a:blip r:embed="rId2">
            <a:alphaModFix/>
          </a:blip>
          <a:srcRect b="0" l="0" r="0" t="0"/>
          <a:stretch/>
        </p:blipFill>
        <p:spPr>
          <a:xfrm>
            <a:off x="1551334" y="25117"/>
            <a:ext cx="7590993" cy="5118378"/>
          </a:xfrm>
          <a:prstGeom prst="rect">
            <a:avLst/>
          </a:prstGeom>
          <a:noFill/>
          <a:ln>
            <a:noFill/>
          </a:ln>
        </p:spPr>
      </p:pic>
      <p:sp>
        <p:nvSpPr>
          <p:cNvPr id="133" name="Google Shape;133;p14"/>
          <p:cNvSpPr/>
          <p:nvPr/>
        </p:nvSpPr>
        <p:spPr>
          <a:xfrm>
            <a:off x="115472" y="427018"/>
            <a:ext cx="160782" cy="216051"/>
          </a:xfrm>
          <a:custGeom>
            <a:rect b="b" l="l" r="r" t="t"/>
            <a:pathLst>
              <a:path extrusionOk="0" h="409575" w="304800">
                <a:moveTo>
                  <a:pt x="304380" y="279781"/>
                </a:moveTo>
                <a:lnTo>
                  <a:pt x="223774" y="279781"/>
                </a:lnTo>
                <a:lnTo>
                  <a:pt x="168732" y="137668"/>
                </a:lnTo>
                <a:lnTo>
                  <a:pt x="115404" y="0"/>
                </a:lnTo>
                <a:lnTo>
                  <a:pt x="0" y="0"/>
                </a:lnTo>
                <a:lnTo>
                  <a:pt x="0" y="409575"/>
                </a:lnTo>
                <a:lnTo>
                  <a:pt x="79794" y="409575"/>
                </a:lnTo>
                <a:lnTo>
                  <a:pt x="79794" y="137668"/>
                </a:lnTo>
                <a:lnTo>
                  <a:pt x="186575" y="409575"/>
                </a:lnTo>
                <a:lnTo>
                  <a:pt x="253428" y="409575"/>
                </a:lnTo>
                <a:lnTo>
                  <a:pt x="304380" y="279781"/>
                </a:lnTo>
                <a:close/>
              </a:path>
            </a:pathLst>
          </a:custGeom>
          <a:solidFill>
            <a:srgbClr val="00122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34" name="Google Shape;134;p14"/>
          <p:cNvSpPr/>
          <p:nvPr/>
        </p:nvSpPr>
        <p:spPr>
          <a:xfrm>
            <a:off x="233420" y="427018"/>
            <a:ext cx="117907" cy="216051"/>
          </a:xfrm>
          <a:custGeom>
            <a:rect b="b" l="l" r="r" t="t"/>
            <a:pathLst>
              <a:path extrusionOk="0" h="409575" w="223520">
                <a:moveTo>
                  <a:pt x="223253" y="0"/>
                </a:moveTo>
                <a:lnTo>
                  <a:pt x="108394" y="0"/>
                </a:lnTo>
                <a:lnTo>
                  <a:pt x="0" y="279781"/>
                </a:lnTo>
                <a:lnTo>
                  <a:pt x="80606" y="279781"/>
                </a:lnTo>
                <a:lnTo>
                  <a:pt x="136982" y="136017"/>
                </a:lnTo>
                <a:lnTo>
                  <a:pt x="136982" y="409575"/>
                </a:lnTo>
                <a:lnTo>
                  <a:pt x="223253" y="409575"/>
                </a:lnTo>
                <a:lnTo>
                  <a:pt x="223253" y="136017"/>
                </a:lnTo>
                <a:lnTo>
                  <a:pt x="223253" y="0"/>
                </a:lnTo>
                <a:close/>
              </a:path>
            </a:pathLst>
          </a:custGeom>
          <a:solidFill>
            <a:srgbClr val="00122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35" name="Google Shape;135;p14"/>
          <p:cNvSpPr/>
          <p:nvPr/>
        </p:nvSpPr>
        <p:spPr>
          <a:xfrm>
            <a:off x="421722" y="427018"/>
            <a:ext cx="0" cy="216051"/>
          </a:xfrm>
          <a:custGeom>
            <a:rect b="b" l="l" r="r" t="t"/>
            <a:pathLst>
              <a:path extrusionOk="0" h="409575" w="120000">
                <a:moveTo>
                  <a:pt x="0" y="0"/>
                </a:moveTo>
                <a:lnTo>
                  <a:pt x="0" y="409575"/>
                </a:lnTo>
              </a:path>
            </a:pathLst>
          </a:custGeom>
          <a:noFill/>
          <a:ln cap="flat" cmpd="sng" w="74300">
            <a:solidFill>
              <a:srgbClr val="17CDE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36" name="Google Shape;136;p14"/>
          <p:cNvSpPr/>
          <p:nvPr/>
        </p:nvSpPr>
        <p:spPr>
          <a:xfrm>
            <a:off x="471927" y="427018"/>
            <a:ext cx="221075" cy="216051"/>
          </a:xfrm>
          <a:custGeom>
            <a:rect b="b" l="l" r="r" t="t"/>
            <a:pathLst>
              <a:path extrusionOk="0" h="409575" w="419100">
                <a:moveTo>
                  <a:pt x="419100" y="409321"/>
                </a:moveTo>
                <a:lnTo>
                  <a:pt x="392176" y="342392"/>
                </a:lnTo>
                <a:lnTo>
                  <a:pt x="362445" y="268351"/>
                </a:lnTo>
                <a:lnTo>
                  <a:pt x="297421" y="106426"/>
                </a:lnTo>
                <a:lnTo>
                  <a:pt x="270611" y="39712"/>
                </a:lnTo>
                <a:lnTo>
                  <a:pt x="270611" y="268351"/>
                </a:lnTo>
                <a:lnTo>
                  <a:pt x="143002" y="268351"/>
                </a:lnTo>
                <a:lnTo>
                  <a:pt x="206806" y="106426"/>
                </a:lnTo>
                <a:lnTo>
                  <a:pt x="270611" y="268351"/>
                </a:lnTo>
                <a:lnTo>
                  <a:pt x="270611" y="39712"/>
                </a:lnTo>
                <a:lnTo>
                  <a:pt x="254660" y="0"/>
                </a:lnTo>
                <a:lnTo>
                  <a:pt x="163347" y="0"/>
                </a:lnTo>
                <a:lnTo>
                  <a:pt x="0" y="409321"/>
                </a:lnTo>
                <a:lnTo>
                  <a:pt x="87998" y="409321"/>
                </a:lnTo>
                <a:lnTo>
                  <a:pt x="114401" y="342392"/>
                </a:lnTo>
                <a:lnTo>
                  <a:pt x="299212" y="342392"/>
                </a:lnTo>
                <a:lnTo>
                  <a:pt x="325615" y="409321"/>
                </a:lnTo>
                <a:lnTo>
                  <a:pt x="419100" y="409321"/>
                </a:lnTo>
                <a:close/>
              </a:path>
            </a:pathLst>
          </a:custGeom>
          <a:solidFill>
            <a:srgbClr val="17CD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37" name="Google Shape;137;p14"/>
          <p:cNvSpPr/>
          <p:nvPr/>
        </p:nvSpPr>
        <p:spPr>
          <a:xfrm>
            <a:off x="717932" y="427018"/>
            <a:ext cx="183224" cy="216051"/>
          </a:xfrm>
          <a:custGeom>
            <a:rect b="b" l="l" r="r" t="t"/>
            <a:pathLst>
              <a:path extrusionOk="0" h="409575" w="347344">
                <a:moveTo>
                  <a:pt x="145415" y="0"/>
                </a:moveTo>
                <a:lnTo>
                  <a:pt x="0" y="0"/>
                </a:lnTo>
                <a:lnTo>
                  <a:pt x="0" y="409575"/>
                </a:lnTo>
                <a:lnTo>
                  <a:pt x="143128" y="409575"/>
                </a:lnTo>
                <a:lnTo>
                  <a:pt x="205994" y="406653"/>
                </a:lnTo>
                <a:lnTo>
                  <a:pt x="258190" y="396875"/>
                </a:lnTo>
                <a:lnTo>
                  <a:pt x="299847" y="379222"/>
                </a:lnTo>
                <a:lnTo>
                  <a:pt x="331597" y="352298"/>
                </a:lnTo>
                <a:lnTo>
                  <a:pt x="344550" y="330580"/>
                </a:lnTo>
                <a:lnTo>
                  <a:pt x="89662" y="330580"/>
                </a:lnTo>
                <a:lnTo>
                  <a:pt x="89662" y="81279"/>
                </a:lnTo>
                <a:lnTo>
                  <a:pt x="347344" y="81279"/>
                </a:lnTo>
                <a:lnTo>
                  <a:pt x="332486" y="55879"/>
                </a:lnTo>
                <a:lnTo>
                  <a:pt x="301244" y="29337"/>
                </a:lnTo>
                <a:lnTo>
                  <a:pt x="259841" y="12192"/>
                </a:lnTo>
                <a:lnTo>
                  <a:pt x="208153" y="2794"/>
                </a:lnTo>
                <a:lnTo>
                  <a:pt x="145415" y="0"/>
                </a:lnTo>
                <a:close/>
              </a:path>
            </a:pathLst>
          </a:custGeom>
          <a:solidFill>
            <a:srgbClr val="00122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pic>
        <p:nvPicPr>
          <p:cNvPr id="138" name="Google Shape;138;p14"/>
          <p:cNvPicPr preferRelativeResize="0"/>
          <p:nvPr/>
        </p:nvPicPr>
        <p:blipFill rotWithShape="1">
          <a:blip r:embed="rId3">
            <a:alphaModFix/>
          </a:blip>
          <a:srcRect b="0" l="0" r="0" t="0"/>
          <a:stretch/>
        </p:blipFill>
        <p:spPr>
          <a:xfrm>
            <a:off x="795113" y="469880"/>
            <a:ext cx="118416" cy="131467"/>
          </a:xfrm>
          <a:prstGeom prst="rect">
            <a:avLst/>
          </a:prstGeom>
          <a:noFill/>
          <a:ln>
            <a:noFill/>
          </a:ln>
        </p:spPr>
      </p:pic>
      <p:pic>
        <p:nvPicPr>
          <p:cNvPr id="139" name="Google Shape;139;p14"/>
          <p:cNvPicPr preferRelativeResize="0"/>
          <p:nvPr/>
        </p:nvPicPr>
        <p:blipFill rotWithShape="1">
          <a:blip r:embed="rId4">
            <a:alphaModFix/>
          </a:blip>
          <a:srcRect b="0" l="0" r="0" t="0"/>
          <a:stretch/>
        </p:blipFill>
        <p:spPr>
          <a:xfrm>
            <a:off x="722952" y="80401"/>
            <a:ext cx="527153" cy="562670"/>
          </a:xfrm>
          <a:prstGeom prst="rect">
            <a:avLst/>
          </a:prstGeom>
          <a:noFill/>
          <a:ln>
            <a:noFill/>
          </a:ln>
        </p:spPr>
      </p:pic>
      <p:sp>
        <p:nvSpPr>
          <p:cNvPr id="140" name="Google Shape;140;p14"/>
          <p:cNvSpPr/>
          <p:nvPr/>
        </p:nvSpPr>
        <p:spPr>
          <a:xfrm>
            <a:off x="4711771" y="4704856"/>
            <a:ext cx="3125200" cy="0"/>
          </a:xfrm>
          <a:custGeom>
            <a:rect b="b" l="l" r="r" t="t"/>
            <a:pathLst>
              <a:path extrusionOk="0" h="120000" w="5924550">
                <a:moveTo>
                  <a:pt x="5924422" y="0"/>
                </a:moveTo>
                <a:lnTo>
                  <a:pt x="0" y="0"/>
                </a:lnTo>
              </a:path>
            </a:pathLst>
          </a:custGeom>
          <a:noFill/>
          <a:ln cap="flat" cmpd="sng" w="25400">
            <a:solidFill>
              <a:srgbClr val="F792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41" name="Google Shape;141;p14"/>
          <p:cNvSpPr/>
          <p:nvPr/>
        </p:nvSpPr>
        <p:spPr>
          <a:xfrm>
            <a:off x="4711771" y="4704856"/>
            <a:ext cx="1718358" cy="0"/>
          </a:xfrm>
          <a:custGeom>
            <a:rect b="b" l="l" r="r" t="t"/>
            <a:pathLst>
              <a:path extrusionOk="0" h="120000" w="3257550">
                <a:moveTo>
                  <a:pt x="3257169" y="0"/>
                </a:moveTo>
                <a:lnTo>
                  <a:pt x="0" y="0"/>
                </a:lnTo>
              </a:path>
            </a:pathLst>
          </a:custGeom>
          <a:noFill/>
          <a:ln cap="flat" cmpd="sng" w="25400">
            <a:solidFill>
              <a:srgbClr val="662C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42" name="Google Shape;142;p14"/>
          <p:cNvSpPr/>
          <p:nvPr/>
        </p:nvSpPr>
        <p:spPr>
          <a:xfrm>
            <a:off x="4711771" y="4704856"/>
            <a:ext cx="1185767" cy="0"/>
          </a:xfrm>
          <a:custGeom>
            <a:rect b="b" l="l" r="r" t="t"/>
            <a:pathLst>
              <a:path extrusionOk="0" h="120000" w="2247900">
                <a:moveTo>
                  <a:pt x="0" y="0"/>
                </a:moveTo>
                <a:lnTo>
                  <a:pt x="2247519"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143" name="Google Shape;143;p14"/>
          <p:cNvSpPr txBox="1"/>
          <p:nvPr>
            <p:ph type="title"/>
          </p:nvPr>
        </p:nvSpPr>
        <p:spPr>
          <a:xfrm>
            <a:off x="1605221" y="503098"/>
            <a:ext cx="5933400" cy="3693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100"/>
              <a:buNone/>
              <a:defRPr b="0" i="0" sz="2400" u="none" cap="none" strike="noStrike">
                <a:solidFill>
                  <a:srgbClr val="1D77F9"/>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44" name="Google Shape;144;p14"/>
          <p:cNvSpPr txBox="1"/>
          <p:nvPr>
            <p:ph idx="1" type="body"/>
          </p:nvPr>
        </p:nvSpPr>
        <p:spPr>
          <a:xfrm>
            <a:off x="4523267" y="913239"/>
            <a:ext cx="4029000" cy="276900"/>
          </a:xfrm>
          <a:prstGeom prst="rect">
            <a:avLst/>
          </a:prstGeom>
          <a:noFill/>
          <a:ln>
            <a:noFill/>
          </a:ln>
        </p:spPr>
        <p:txBody>
          <a:bodyPr anchorCtr="0" anchor="t" bIns="0" lIns="0" spcFirstLastPara="1" rIns="0" wrap="square" tIns="0">
            <a:spAutoFit/>
          </a:bodyPr>
          <a:lstStyle>
            <a:lvl1pPr indent="-228600" lvl="0" marL="457200" marR="0" algn="l">
              <a:spcBef>
                <a:spcPts val="0"/>
              </a:spcBef>
              <a:spcAft>
                <a:spcPts val="0"/>
              </a:spcAft>
              <a:buSzPts val="1100"/>
              <a:buNone/>
              <a:defRPr b="1" i="0" sz="1800" u="none" cap="none" strike="noStrike">
                <a:solidFill>
                  <a:srgbClr val="00AFEF"/>
                </a:solidFill>
                <a:latin typeface="Calibri"/>
                <a:ea typeface="Calibri"/>
                <a:cs typeface="Calibri"/>
                <a:sym typeface="Calibri"/>
              </a:defRPr>
            </a:lvl1pPr>
            <a:lvl2pPr indent="-228600" lvl="1" marL="914400" marR="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145" name="Google Shape;145;p14"/>
          <p:cNvSpPr txBox="1"/>
          <p:nvPr>
            <p:ph idx="11" type="ftr"/>
          </p:nvPr>
        </p:nvSpPr>
        <p:spPr>
          <a:xfrm>
            <a:off x="3108960" y="4783455"/>
            <a:ext cx="2926200" cy="150000"/>
          </a:xfrm>
          <a:prstGeom prst="rect">
            <a:avLst/>
          </a:prstGeom>
          <a:noFill/>
          <a:ln>
            <a:noFill/>
          </a:ln>
        </p:spPr>
        <p:txBody>
          <a:bodyPr anchorCtr="0" anchor="t" bIns="0" lIns="0" spcFirstLastPara="1" rIns="0" wrap="square" tIns="0">
            <a:spAutoFit/>
          </a:bodyPr>
          <a:lstStyle>
            <a:lvl1pPr lvl="0" marR="0" algn="ctr">
              <a:spcBef>
                <a:spcPts val="0"/>
              </a:spcBef>
              <a:spcAft>
                <a:spcPts val="0"/>
              </a:spcAft>
              <a:buSzPts val="1100"/>
              <a:buNone/>
              <a:defRPr sz="1400">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46" name="Google Shape;146;p14"/>
          <p:cNvSpPr txBox="1"/>
          <p:nvPr>
            <p:ph idx="10" type="dt"/>
          </p:nvPr>
        </p:nvSpPr>
        <p:spPr>
          <a:xfrm>
            <a:off x="457200" y="4783455"/>
            <a:ext cx="2103000" cy="1500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100"/>
              <a:buNone/>
              <a:defRPr sz="1400">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47" name="Google Shape;147;p14"/>
          <p:cNvSpPr txBox="1"/>
          <p:nvPr>
            <p:ph idx="12" type="sldNum"/>
          </p:nvPr>
        </p:nvSpPr>
        <p:spPr>
          <a:xfrm>
            <a:off x="6488491" y="4792073"/>
            <a:ext cx="170700" cy="1386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buNone/>
              <a:defRPr b="0" i="0" sz="900" u="none">
                <a:solidFill>
                  <a:srgbClr val="00132F"/>
                </a:solidFill>
                <a:latin typeface="Tahoma"/>
                <a:ea typeface="Tahoma"/>
                <a:cs typeface="Tahoma"/>
                <a:sym typeface="Tahoma"/>
              </a:defRPr>
            </a:lvl1pPr>
            <a:lvl2pPr indent="0" lvl="1" marL="25400" marR="0" algn="l">
              <a:lnSpc>
                <a:spcPct val="100000"/>
              </a:lnSpc>
              <a:spcBef>
                <a:spcPts val="0"/>
              </a:spcBef>
              <a:buNone/>
              <a:defRPr b="0" i="0" sz="900" u="none">
                <a:solidFill>
                  <a:srgbClr val="00132F"/>
                </a:solidFill>
                <a:latin typeface="Tahoma"/>
                <a:ea typeface="Tahoma"/>
                <a:cs typeface="Tahoma"/>
                <a:sym typeface="Tahoma"/>
              </a:defRPr>
            </a:lvl2pPr>
            <a:lvl3pPr indent="0" lvl="2" marL="25400" marR="0" algn="l">
              <a:lnSpc>
                <a:spcPct val="100000"/>
              </a:lnSpc>
              <a:spcBef>
                <a:spcPts val="0"/>
              </a:spcBef>
              <a:buNone/>
              <a:defRPr b="0" i="0" sz="900" u="none">
                <a:solidFill>
                  <a:srgbClr val="00132F"/>
                </a:solidFill>
                <a:latin typeface="Tahoma"/>
                <a:ea typeface="Tahoma"/>
                <a:cs typeface="Tahoma"/>
                <a:sym typeface="Tahoma"/>
              </a:defRPr>
            </a:lvl3pPr>
            <a:lvl4pPr indent="0" lvl="3" marL="25400" marR="0" algn="l">
              <a:lnSpc>
                <a:spcPct val="100000"/>
              </a:lnSpc>
              <a:spcBef>
                <a:spcPts val="0"/>
              </a:spcBef>
              <a:buNone/>
              <a:defRPr b="0" i="0" sz="900" u="none">
                <a:solidFill>
                  <a:srgbClr val="00132F"/>
                </a:solidFill>
                <a:latin typeface="Tahoma"/>
                <a:ea typeface="Tahoma"/>
                <a:cs typeface="Tahoma"/>
                <a:sym typeface="Tahoma"/>
              </a:defRPr>
            </a:lvl4pPr>
            <a:lvl5pPr indent="0" lvl="4" marL="25400" marR="0" algn="l">
              <a:lnSpc>
                <a:spcPct val="100000"/>
              </a:lnSpc>
              <a:spcBef>
                <a:spcPts val="0"/>
              </a:spcBef>
              <a:buNone/>
              <a:defRPr b="0" i="0" sz="900" u="none">
                <a:solidFill>
                  <a:srgbClr val="00132F"/>
                </a:solidFill>
                <a:latin typeface="Tahoma"/>
                <a:ea typeface="Tahoma"/>
                <a:cs typeface="Tahoma"/>
                <a:sym typeface="Tahoma"/>
              </a:defRPr>
            </a:lvl5pPr>
            <a:lvl6pPr indent="0" lvl="5" marL="25400" marR="0" algn="l">
              <a:lnSpc>
                <a:spcPct val="100000"/>
              </a:lnSpc>
              <a:spcBef>
                <a:spcPts val="0"/>
              </a:spcBef>
              <a:buNone/>
              <a:defRPr b="0" i="0" sz="900" u="none">
                <a:solidFill>
                  <a:srgbClr val="00132F"/>
                </a:solidFill>
                <a:latin typeface="Tahoma"/>
                <a:ea typeface="Tahoma"/>
                <a:cs typeface="Tahoma"/>
                <a:sym typeface="Tahoma"/>
              </a:defRPr>
            </a:lvl6pPr>
            <a:lvl7pPr indent="0" lvl="6" marL="25400" marR="0" algn="l">
              <a:lnSpc>
                <a:spcPct val="100000"/>
              </a:lnSpc>
              <a:spcBef>
                <a:spcPts val="0"/>
              </a:spcBef>
              <a:buNone/>
              <a:defRPr b="0" i="0" sz="900" u="none">
                <a:solidFill>
                  <a:srgbClr val="00132F"/>
                </a:solidFill>
                <a:latin typeface="Tahoma"/>
                <a:ea typeface="Tahoma"/>
                <a:cs typeface="Tahoma"/>
                <a:sym typeface="Tahoma"/>
              </a:defRPr>
            </a:lvl7pPr>
            <a:lvl8pPr indent="0" lvl="7" marL="25400" marR="0" algn="l">
              <a:lnSpc>
                <a:spcPct val="100000"/>
              </a:lnSpc>
              <a:spcBef>
                <a:spcPts val="0"/>
              </a:spcBef>
              <a:buNone/>
              <a:defRPr b="0" i="0" sz="900" u="none">
                <a:solidFill>
                  <a:srgbClr val="00132F"/>
                </a:solidFill>
                <a:latin typeface="Tahoma"/>
                <a:ea typeface="Tahoma"/>
                <a:cs typeface="Tahoma"/>
                <a:sym typeface="Tahoma"/>
              </a:defRPr>
            </a:lvl8pPr>
            <a:lvl9pPr indent="0" lvl="8" marL="25400" marR="0" algn="l">
              <a:lnSpc>
                <a:spcPct val="100000"/>
              </a:lnSpc>
              <a:spcBef>
                <a:spcPts val="0"/>
              </a:spcBef>
              <a:buNone/>
              <a:defRPr b="0" i="0" sz="900" u="none">
                <a:solidFill>
                  <a:srgbClr val="00132F"/>
                </a:solidFill>
                <a:latin typeface="Tahoma"/>
                <a:ea typeface="Tahoma"/>
                <a:cs typeface="Tahoma"/>
                <a:sym typeface="Tahoma"/>
              </a:defRPr>
            </a:lvl9pPr>
          </a:lstStyle>
          <a:p>
            <a:pPr indent="0" lvl="0" marL="25400" rtl="0" algn="l">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60" r:id="rId5"/>
    <p:sldLayoutId id="2147483661" r:id="rId6"/>
    <p:sldLayoutId id="2147483662" r:id="rId7"/>
    <p:sldLayoutId id="2147483663" r:id="rId8"/>
    <p:sldLayoutId id="2147483664"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3.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7.jpg"/><Relationship Id="rId5" Type="http://schemas.openxmlformats.org/officeDocument/2006/relationships/image" Target="../media/image4.png"/><Relationship Id="rId6" Type="http://schemas.openxmlformats.org/officeDocument/2006/relationships/image" Target="../media/image11.jpg"/><Relationship Id="rId7" Type="http://schemas.openxmlformats.org/officeDocument/2006/relationships/image" Target="../media/image9.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hyperlink" Target="http://drive.google.com/file/d/1y_vzXvtvr5-K82VPji7PYWEPf0XH222z/view" TargetMode="External"/><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pSp>
        <p:nvGrpSpPr>
          <p:cNvPr id="180" name="Google Shape;180;p20"/>
          <p:cNvGrpSpPr/>
          <p:nvPr/>
        </p:nvGrpSpPr>
        <p:grpSpPr>
          <a:xfrm>
            <a:off x="39850" y="696"/>
            <a:ext cx="4212306" cy="5142127"/>
            <a:chOff x="0" y="6"/>
            <a:chExt cx="7991475" cy="9755505"/>
          </a:xfrm>
        </p:grpSpPr>
        <p:pic>
          <p:nvPicPr>
            <p:cNvPr id="181" name="Google Shape;181;p20"/>
            <p:cNvPicPr preferRelativeResize="0"/>
            <p:nvPr/>
          </p:nvPicPr>
          <p:blipFill rotWithShape="1">
            <a:blip r:embed="rId3">
              <a:alphaModFix/>
            </a:blip>
            <a:srcRect b="0" l="0" r="0" t="0"/>
            <a:stretch/>
          </p:blipFill>
          <p:spPr>
            <a:xfrm>
              <a:off x="0" y="6"/>
              <a:ext cx="7991473" cy="9753592"/>
            </a:xfrm>
            <a:prstGeom prst="rect">
              <a:avLst/>
            </a:prstGeom>
            <a:noFill/>
            <a:ln>
              <a:noFill/>
            </a:ln>
          </p:spPr>
        </p:pic>
        <p:sp>
          <p:nvSpPr>
            <p:cNvPr id="182" name="Google Shape;182;p20"/>
            <p:cNvSpPr/>
            <p:nvPr/>
          </p:nvSpPr>
          <p:spPr>
            <a:xfrm>
              <a:off x="0" y="6"/>
              <a:ext cx="7991475" cy="9755505"/>
            </a:xfrm>
            <a:custGeom>
              <a:rect b="b" l="l" r="r" t="t"/>
              <a:pathLst>
                <a:path extrusionOk="0" h="9755505" w="7991475">
                  <a:moveTo>
                    <a:pt x="7991475" y="0"/>
                  </a:moveTo>
                  <a:lnTo>
                    <a:pt x="0" y="0"/>
                  </a:lnTo>
                  <a:lnTo>
                    <a:pt x="0" y="9755378"/>
                  </a:lnTo>
                  <a:lnTo>
                    <a:pt x="7991475" y="9755378"/>
                  </a:lnTo>
                  <a:lnTo>
                    <a:pt x="7991475" y="0"/>
                  </a:lnTo>
                  <a:close/>
                </a:path>
              </a:pathLst>
            </a:custGeom>
            <a:solidFill>
              <a:srgbClr val="00122E">
                <a:alpha val="9647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sp>
        <p:nvSpPr>
          <p:cNvPr id="183" name="Google Shape;183;p20"/>
          <p:cNvSpPr txBox="1"/>
          <p:nvPr/>
        </p:nvSpPr>
        <p:spPr>
          <a:xfrm>
            <a:off x="888963" y="2385455"/>
            <a:ext cx="1326300" cy="669300"/>
          </a:xfrm>
          <a:prstGeom prst="rect">
            <a:avLst/>
          </a:prstGeom>
          <a:noFill/>
          <a:ln>
            <a:noFill/>
          </a:ln>
        </p:spPr>
        <p:txBody>
          <a:bodyPr anchorCtr="0" anchor="t" bIns="0" lIns="0" spcFirstLastPara="1" rIns="0" wrap="square" tIns="7350">
            <a:spAutoFit/>
          </a:bodyPr>
          <a:lstStyle/>
          <a:p>
            <a:pPr indent="0" lvl="0" marL="12700" marR="0" rtl="0" algn="l">
              <a:spcBef>
                <a:spcPts val="0"/>
              </a:spcBef>
              <a:spcAft>
                <a:spcPts val="0"/>
              </a:spcAft>
              <a:buNone/>
            </a:pPr>
            <a:r>
              <a:rPr b="1" lang="es-419" sz="4300">
                <a:solidFill>
                  <a:srgbClr val="EFF0F0"/>
                </a:solidFill>
                <a:latin typeface="Calibri"/>
                <a:ea typeface="Calibri"/>
                <a:cs typeface="Calibri"/>
                <a:sym typeface="Calibri"/>
              </a:rPr>
              <a:t>M</a:t>
            </a:r>
            <a:r>
              <a:rPr b="1" lang="es-419" sz="4300">
                <a:solidFill>
                  <a:srgbClr val="17CDE1"/>
                </a:solidFill>
                <a:latin typeface="Calibri"/>
                <a:ea typeface="Calibri"/>
                <a:cs typeface="Calibri"/>
                <a:sym typeface="Calibri"/>
              </a:rPr>
              <a:t>IA</a:t>
            </a:r>
            <a:r>
              <a:rPr b="1" lang="es-419" sz="4300">
                <a:solidFill>
                  <a:srgbClr val="EFF0F0"/>
                </a:solidFill>
                <a:latin typeface="Calibri"/>
                <a:ea typeface="Calibri"/>
                <a:cs typeface="Calibri"/>
                <a:sym typeface="Calibri"/>
              </a:rPr>
              <a:t>D</a:t>
            </a:r>
            <a:endParaRPr sz="4300">
              <a:solidFill>
                <a:schemeClr val="dk1"/>
              </a:solidFill>
              <a:latin typeface="Calibri"/>
              <a:ea typeface="Calibri"/>
              <a:cs typeface="Calibri"/>
              <a:sym typeface="Calibri"/>
            </a:endParaRPr>
          </a:p>
        </p:txBody>
      </p:sp>
      <p:sp>
        <p:nvSpPr>
          <p:cNvPr id="184" name="Google Shape;184;p20"/>
          <p:cNvSpPr txBox="1"/>
          <p:nvPr/>
        </p:nvSpPr>
        <p:spPr>
          <a:xfrm>
            <a:off x="2870386" y="2650471"/>
            <a:ext cx="683700" cy="356400"/>
          </a:xfrm>
          <a:prstGeom prst="rect">
            <a:avLst/>
          </a:prstGeom>
          <a:noFill/>
          <a:ln>
            <a:noFill/>
          </a:ln>
        </p:spPr>
        <p:txBody>
          <a:bodyPr anchorCtr="0" anchor="t" bIns="0" lIns="0" spcFirstLastPara="1" rIns="0" wrap="square" tIns="27775">
            <a:spAutoFit/>
          </a:bodyPr>
          <a:lstStyle/>
          <a:p>
            <a:pPr indent="0" lvl="0" marL="12700" marR="0" rtl="0" algn="l">
              <a:spcBef>
                <a:spcPts val="0"/>
              </a:spcBef>
              <a:spcAft>
                <a:spcPts val="0"/>
              </a:spcAft>
              <a:buNone/>
            </a:pPr>
            <a:r>
              <a:rPr lang="es-419" sz="600">
                <a:solidFill>
                  <a:srgbClr val="FFFFFF"/>
                </a:solidFill>
                <a:latin typeface="Calibri"/>
                <a:ea typeface="Calibri"/>
                <a:cs typeface="Calibri"/>
                <a:sym typeface="Calibri"/>
              </a:rPr>
              <a:t>Maestría</a:t>
            </a:r>
            <a:endParaRPr sz="600">
              <a:solidFill>
                <a:schemeClr val="dk1"/>
              </a:solidFill>
              <a:latin typeface="Calibri"/>
              <a:ea typeface="Calibri"/>
              <a:cs typeface="Calibri"/>
              <a:sym typeface="Calibri"/>
            </a:endParaRPr>
          </a:p>
          <a:p>
            <a:pPr indent="0" lvl="0" marL="12700" marR="0" rtl="0" algn="l">
              <a:spcBef>
                <a:spcPts val="200"/>
              </a:spcBef>
              <a:spcAft>
                <a:spcPts val="0"/>
              </a:spcAft>
              <a:buNone/>
            </a:pPr>
            <a:r>
              <a:rPr lang="es-419" sz="600">
                <a:solidFill>
                  <a:srgbClr val="FFFFFF"/>
                </a:solidFill>
                <a:latin typeface="Calibri"/>
                <a:ea typeface="Calibri"/>
                <a:cs typeface="Calibri"/>
                <a:sym typeface="Calibri"/>
              </a:rPr>
              <a:t>en Inteligencia</a:t>
            </a:r>
            <a:endParaRPr sz="600">
              <a:solidFill>
                <a:schemeClr val="dk1"/>
              </a:solidFill>
              <a:latin typeface="Calibri"/>
              <a:ea typeface="Calibri"/>
              <a:cs typeface="Calibri"/>
              <a:sym typeface="Calibri"/>
            </a:endParaRPr>
          </a:p>
          <a:p>
            <a:pPr indent="0" lvl="0" marL="12700" marR="0" rtl="0" algn="l">
              <a:spcBef>
                <a:spcPts val="200"/>
              </a:spcBef>
              <a:spcAft>
                <a:spcPts val="0"/>
              </a:spcAft>
              <a:buNone/>
            </a:pPr>
            <a:r>
              <a:rPr lang="es-419" sz="600">
                <a:solidFill>
                  <a:srgbClr val="FFFFFF"/>
                </a:solidFill>
                <a:latin typeface="Calibri"/>
                <a:ea typeface="Calibri"/>
                <a:cs typeface="Calibri"/>
                <a:sym typeface="Calibri"/>
              </a:rPr>
              <a:t>Analítica de Datos</a:t>
            </a:r>
            <a:endParaRPr sz="600">
              <a:solidFill>
                <a:schemeClr val="dk1"/>
              </a:solidFill>
              <a:latin typeface="Calibri"/>
              <a:ea typeface="Calibri"/>
              <a:cs typeface="Calibri"/>
              <a:sym typeface="Calibri"/>
            </a:endParaRPr>
          </a:p>
        </p:txBody>
      </p:sp>
      <p:pic>
        <p:nvPicPr>
          <p:cNvPr id="185" name="Google Shape;185;p20"/>
          <p:cNvPicPr preferRelativeResize="0"/>
          <p:nvPr/>
        </p:nvPicPr>
        <p:blipFill rotWithShape="1">
          <a:blip r:embed="rId4">
            <a:alphaModFix/>
          </a:blip>
          <a:srcRect b="0" l="0" r="0" t="0"/>
          <a:stretch/>
        </p:blipFill>
        <p:spPr>
          <a:xfrm>
            <a:off x="2108609" y="1899338"/>
            <a:ext cx="1009119" cy="1079609"/>
          </a:xfrm>
          <a:prstGeom prst="rect">
            <a:avLst/>
          </a:prstGeom>
          <a:noFill/>
          <a:ln>
            <a:noFill/>
          </a:ln>
        </p:spPr>
      </p:pic>
      <p:pic>
        <p:nvPicPr>
          <p:cNvPr id="186" name="Google Shape;186;p20"/>
          <p:cNvPicPr preferRelativeResize="0"/>
          <p:nvPr/>
        </p:nvPicPr>
        <p:blipFill rotWithShape="1">
          <a:blip r:embed="rId5">
            <a:alphaModFix/>
          </a:blip>
          <a:srcRect b="0" l="0" r="0" t="0"/>
          <a:stretch/>
        </p:blipFill>
        <p:spPr>
          <a:xfrm>
            <a:off x="5331769" y="2130344"/>
            <a:ext cx="2751238" cy="15065"/>
          </a:xfrm>
          <a:prstGeom prst="rect">
            <a:avLst/>
          </a:prstGeom>
          <a:noFill/>
          <a:ln>
            <a:noFill/>
          </a:ln>
        </p:spPr>
      </p:pic>
      <p:sp>
        <p:nvSpPr>
          <p:cNvPr id="187" name="Google Shape;187;p20"/>
          <p:cNvSpPr txBox="1"/>
          <p:nvPr>
            <p:ph type="title"/>
          </p:nvPr>
        </p:nvSpPr>
        <p:spPr>
          <a:xfrm>
            <a:off x="4550838" y="1175800"/>
            <a:ext cx="4313100" cy="4380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800">
                <a:solidFill>
                  <a:srgbClr val="00132F"/>
                </a:solidFill>
              </a:rPr>
              <a:t>CONTUGAS</a:t>
            </a:r>
            <a:endParaRPr sz="2800"/>
          </a:p>
        </p:txBody>
      </p:sp>
      <p:sp>
        <p:nvSpPr>
          <p:cNvPr id="188" name="Google Shape;188;p20"/>
          <p:cNvSpPr txBox="1"/>
          <p:nvPr/>
        </p:nvSpPr>
        <p:spPr>
          <a:xfrm>
            <a:off x="5451500" y="2230862"/>
            <a:ext cx="2517900" cy="655200"/>
          </a:xfrm>
          <a:prstGeom prst="rect">
            <a:avLst/>
          </a:prstGeom>
          <a:noFill/>
          <a:ln>
            <a:noFill/>
          </a:ln>
        </p:spPr>
        <p:txBody>
          <a:bodyPr anchorCtr="0" anchor="t" bIns="0" lIns="0" spcFirstLastPara="1" rIns="0" wrap="square" tIns="4025">
            <a:spAutoFit/>
          </a:bodyPr>
          <a:lstStyle/>
          <a:p>
            <a:pPr indent="0" lvl="0" marL="12700" marR="0" rtl="0" algn="ctr">
              <a:lnSpc>
                <a:spcPct val="101400"/>
              </a:lnSpc>
              <a:spcBef>
                <a:spcPts val="0"/>
              </a:spcBef>
              <a:spcAft>
                <a:spcPts val="0"/>
              </a:spcAft>
              <a:buNone/>
            </a:pPr>
            <a:r>
              <a:t/>
            </a:r>
            <a:endParaRPr b="1" sz="2100">
              <a:solidFill>
                <a:srgbClr val="B66652"/>
              </a:solidFill>
              <a:latin typeface="Calibri"/>
              <a:ea typeface="Calibri"/>
              <a:cs typeface="Calibri"/>
              <a:sym typeface="Calibri"/>
            </a:endParaRPr>
          </a:p>
          <a:p>
            <a:pPr indent="0" lvl="0" marL="12700" marR="0" rtl="0" algn="ctr">
              <a:lnSpc>
                <a:spcPct val="101400"/>
              </a:lnSpc>
              <a:spcBef>
                <a:spcPts val="0"/>
              </a:spcBef>
              <a:spcAft>
                <a:spcPts val="0"/>
              </a:spcAft>
              <a:buNone/>
            </a:pPr>
            <a:r>
              <a:t/>
            </a:r>
            <a:endParaRPr b="1" sz="2100">
              <a:solidFill>
                <a:srgbClr val="B66652"/>
              </a:solidFill>
              <a:latin typeface="Calibri"/>
              <a:ea typeface="Calibri"/>
              <a:cs typeface="Calibri"/>
              <a:sym typeface="Calibri"/>
            </a:endParaRPr>
          </a:p>
        </p:txBody>
      </p:sp>
      <p:sp>
        <p:nvSpPr>
          <p:cNvPr id="189" name="Google Shape;189;p20"/>
          <p:cNvSpPr txBox="1"/>
          <p:nvPr/>
        </p:nvSpPr>
        <p:spPr>
          <a:xfrm>
            <a:off x="4879571" y="2735926"/>
            <a:ext cx="3531000" cy="284100"/>
          </a:xfrm>
          <a:prstGeom prst="rect">
            <a:avLst/>
          </a:prstGeom>
          <a:noFill/>
          <a:ln>
            <a:noFill/>
          </a:ln>
        </p:spPr>
        <p:txBody>
          <a:bodyPr anchorCtr="0" anchor="t" bIns="0" lIns="0" spcFirstLastPara="1" rIns="0" wrap="square" tIns="7025">
            <a:spAutoFit/>
          </a:bodyPr>
          <a:lstStyle/>
          <a:p>
            <a:pPr indent="0" lvl="0" marL="12700" marR="0" rtl="0" algn="ctr">
              <a:spcBef>
                <a:spcPts val="0"/>
              </a:spcBef>
              <a:spcAft>
                <a:spcPts val="0"/>
              </a:spcAft>
              <a:buNone/>
            </a:pPr>
            <a:r>
              <a:t/>
            </a:r>
            <a:endParaRPr b="1" sz="1800">
              <a:solidFill>
                <a:srgbClr val="00132F"/>
              </a:solidFill>
              <a:latin typeface="Calibri"/>
              <a:ea typeface="Calibri"/>
              <a:cs typeface="Calibri"/>
              <a:sym typeface="Calibri"/>
            </a:endParaRPr>
          </a:p>
        </p:txBody>
      </p:sp>
      <p:sp>
        <p:nvSpPr>
          <p:cNvPr id="190" name="Google Shape;190;p20"/>
          <p:cNvSpPr txBox="1"/>
          <p:nvPr/>
        </p:nvSpPr>
        <p:spPr>
          <a:xfrm>
            <a:off x="4656166" y="3918412"/>
            <a:ext cx="3179700" cy="1023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7F7F7F"/>
                </a:solidFill>
                <a:latin typeface="Calibri"/>
                <a:ea typeface="Calibri"/>
                <a:cs typeface="Calibri"/>
                <a:sym typeface="Calibri"/>
              </a:rPr>
              <a:t>Camila Valdes</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rPr lang="es-419" sz="1200">
                <a:solidFill>
                  <a:srgbClr val="7F7F7F"/>
                </a:solidFill>
                <a:latin typeface="Calibri"/>
                <a:ea typeface="Calibri"/>
                <a:cs typeface="Calibri"/>
                <a:sym typeface="Calibri"/>
              </a:rPr>
              <a:t>Diana Cordoba</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rPr lang="es-419" sz="1200">
                <a:solidFill>
                  <a:srgbClr val="7F7F7F"/>
                </a:solidFill>
                <a:latin typeface="Calibri"/>
                <a:ea typeface="Calibri"/>
                <a:cs typeface="Calibri"/>
                <a:sym typeface="Calibri"/>
              </a:rPr>
              <a:t>Julian Hernandez</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rPr lang="es-419" sz="1200">
                <a:solidFill>
                  <a:srgbClr val="7F7F7F"/>
                </a:solidFill>
                <a:latin typeface="Calibri"/>
                <a:ea typeface="Calibri"/>
                <a:cs typeface="Calibri"/>
                <a:sym typeface="Calibri"/>
              </a:rPr>
              <a:t>Robert Medina</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1" name="Google Shape;191;p20"/>
          <p:cNvSpPr txBox="1"/>
          <p:nvPr/>
        </p:nvSpPr>
        <p:spPr>
          <a:xfrm>
            <a:off x="4879575" y="2350450"/>
            <a:ext cx="386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Sistema de Monitoreo Inteligente para Detección de Anomalías en Consumo de Gas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5681549" y="1401600"/>
            <a:ext cx="2790600" cy="2535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1600">
                <a:solidFill>
                  <a:srgbClr val="00132F"/>
                </a:solidFill>
              </a:rPr>
              <a:t>PROTOTIPO IMPLEMENTADO</a:t>
            </a:r>
            <a:endParaRPr sz="1600"/>
          </a:p>
        </p:txBody>
      </p:sp>
      <p:sp>
        <p:nvSpPr>
          <p:cNvPr id="197" name="Google Shape;197;p21"/>
          <p:cNvSpPr txBox="1"/>
          <p:nvPr/>
        </p:nvSpPr>
        <p:spPr>
          <a:xfrm>
            <a:off x="973066" y="2904562"/>
            <a:ext cx="31797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cxnSp>
        <p:nvCxnSpPr>
          <p:cNvPr id="198" name="Google Shape;198;p21"/>
          <p:cNvCxnSpPr/>
          <p:nvPr/>
        </p:nvCxnSpPr>
        <p:spPr>
          <a:xfrm>
            <a:off x="5225988" y="1655100"/>
            <a:ext cx="15000" cy="2624100"/>
          </a:xfrm>
          <a:prstGeom prst="straightConnector1">
            <a:avLst/>
          </a:prstGeom>
          <a:noFill/>
          <a:ln cap="flat" cmpd="sng" w="9525">
            <a:solidFill>
              <a:schemeClr val="dk2"/>
            </a:solidFill>
            <a:prstDash val="solid"/>
            <a:round/>
            <a:headEnd len="med" w="med" type="none"/>
            <a:tailEnd len="med" w="med" type="none"/>
          </a:ln>
        </p:spPr>
      </p:cxnSp>
      <p:pic>
        <p:nvPicPr>
          <p:cNvPr id="199" name="Google Shape;199;p21"/>
          <p:cNvPicPr preferRelativeResize="0"/>
          <p:nvPr/>
        </p:nvPicPr>
        <p:blipFill>
          <a:blip r:embed="rId3">
            <a:alphaModFix/>
          </a:blip>
          <a:stretch>
            <a:fillRect/>
          </a:stretch>
        </p:blipFill>
        <p:spPr>
          <a:xfrm>
            <a:off x="1190026" y="1788763"/>
            <a:ext cx="3810075" cy="2356775"/>
          </a:xfrm>
          <a:prstGeom prst="rect">
            <a:avLst/>
          </a:prstGeom>
          <a:noFill/>
          <a:ln>
            <a:noFill/>
          </a:ln>
        </p:spPr>
      </p:pic>
      <p:sp>
        <p:nvSpPr>
          <p:cNvPr id="200" name="Google Shape;200;p21"/>
          <p:cNvSpPr txBox="1"/>
          <p:nvPr>
            <p:ph type="title"/>
          </p:nvPr>
        </p:nvSpPr>
        <p:spPr>
          <a:xfrm>
            <a:off x="1699762" y="1401600"/>
            <a:ext cx="2790600" cy="2535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1600">
                <a:solidFill>
                  <a:srgbClr val="00132F"/>
                </a:solidFill>
              </a:rPr>
              <a:t>PROTOTIPO FACHADA </a:t>
            </a:r>
            <a:endParaRPr sz="1600"/>
          </a:p>
        </p:txBody>
      </p:sp>
      <p:pic>
        <p:nvPicPr>
          <p:cNvPr id="201" name="Google Shape;201;p21"/>
          <p:cNvPicPr preferRelativeResize="0"/>
          <p:nvPr/>
        </p:nvPicPr>
        <p:blipFill rotWithShape="1">
          <a:blip r:embed="rId4">
            <a:alphaModFix/>
          </a:blip>
          <a:srcRect b="0" l="0" r="0" t="0"/>
          <a:stretch/>
        </p:blipFill>
        <p:spPr>
          <a:xfrm>
            <a:off x="189600" y="2089800"/>
            <a:ext cx="779700" cy="858300"/>
          </a:xfrm>
          <a:prstGeom prst="ellipse">
            <a:avLst/>
          </a:prstGeom>
          <a:noFill/>
          <a:ln cap="flat" cmpd="sng" w="19050">
            <a:solidFill>
              <a:srgbClr val="17CDE1"/>
            </a:solidFill>
            <a:prstDash val="solid"/>
            <a:round/>
            <a:headEnd len="sm" w="sm" type="none"/>
            <a:tailEnd len="sm" w="sm" type="none"/>
          </a:ln>
        </p:spPr>
      </p:pic>
      <p:pic>
        <p:nvPicPr>
          <p:cNvPr id="202" name="Google Shape;202;p21"/>
          <p:cNvPicPr preferRelativeResize="0"/>
          <p:nvPr/>
        </p:nvPicPr>
        <p:blipFill>
          <a:blip r:embed="rId5">
            <a:alphaModFix/>
          </a:blip>
          <a:stretch>
            <a:fillRect/>
          </a:stretch>
        </p:blipFill>
        <p:spPr>
          <a:xfrm>
            <a:off x="5345313" y="1807500"/>
            <a:ext cx="3598211" cy="2189862"/>
          </a:xfrm>
          <a:prstGeom prst="rect">
            <a:avLst/>
          </a:prstGeom>
          <a:noFill/>
          <a:ln>
            <a:noFill/>
          </a:ln>
        </p:spPr>
      </p:pic>
      <p:pic>
        <p:nvPicPr>
          <p:cNvPr id="203" name="Google Shape;203;p21" title="WhatsApp Image 2025-05-21 at 9.50.14 PM.jpeg"/>
          <p:cNvPicPr preferRelativeResize="0"/>
          <p:nvPr/>
        </p:nvPicPr>
        <p:blipFill rotWithShape="1">
          <a:blip r:embed="rId6">
            <a:alphaModFix/>
          </a:blip>
          <a:srcRect b="9949" l="0" r="0" t="-9950"/>
          <a:stretch/>
        </p:blipFill>
        <p:spPr>
          <a:xfrm>
            <a:off x="134575" y="3102900"/>
            <a:ext cx="779700" cy="918600"/>
          </a:xfrm>
          <a:prstGeom prst="ellipse">
            <a:avLst/>
          </a:prstGeom>
          <a:noFill/>
          <a:ln cap="flat" cmpd="sng" w="19050">
            <a:solidFill>
              <a:srgbClr val="17CDE1"/>
            </a:solidFill>
            <a:prstDash val="solid"/>
            <a:round/>
            <a:headEnd len="sm" w="sm" type="none"/>
            <a:tailEnd len="sm" w="sm" type="none"/>
          </a:ln>
        </p:spPr>
      </p:pic>
      <p:sp>
        <p:nvSpPr>
          <p:cNvPr id="204" name="Google Shape;204;p21"/>
          <p:cNvSpPr/>
          <p:nvPr/>
        </p:nvSpPr>
        <p:spPr>
          <a:xfrm>
            <a:off x="1039650" y="801225"/>
            <a:ext cx="7537500" cy="469500"/>
          </a:xfrm>
          <a:prstGeom prst="roundRect">
            <a:avLst>
              <a:gd fmla="val 16667" name="adj"/>
            </a:avLst>
          </a:prstGeom>
          <a:solidFill>
            <a:schemeClr val="lt2"/>
          </a:solidFill>
          <a:ln cap="flat" cmpd="sng" w="9525">
            <a:solidFill>
              <a:srgbClr val="0013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419" sz="1500">
                <a:solidFill>
                  <a:schemeClr val="dk1"/>
                </a:solidFill>
                <a:latin typeface="Roboto"/>
                <a:ea typeface="Roboto"/>
                <a:cs typeface="Roboto"/>
                <a:sym typeface="Roboto"/>
              </a:rPr>
              <a:t>Sistema de Monitoreo Inteligente para Detección de Anomalías en Consumo de Gas </a:t>
            </a:r>
            <a:endParaRPr b="1" sz="1500">
              <a:latin typeface="Roboto"/>
              <a:ea typeface="Roboto"/>
              <a:cs typeface="Roboto"/>
              <a:sym typeface="Roboto"/>
            </a:endParaRPr>
          </a:p>
        </p:txBody>
      </p:sp>
      <p:pic>
        <p:nvPicPr>
          <p:cNvPr id="205" name="Google Shape;205;p21"/>
          <p:cNvPicPr preferRelativeResize="0"/>
          <p:nvPr/>
        </p:nvPicPr>
        <p:blipFill>
          <a:blip r:embed="rId7">
            <a:alphaModFix/>
          </a:blip>
          <a:stretch>
            <a:fillRect/>
          </a:stretch>
        </p:blipFill>
        <p:spPr>
          <a:xfrm>
            <a:off x="134575" y="4176300"/>
            <a:ext cx="858300" cy="858300"/>
          </a:xfrm>
          <a:prstGeom prst="ellipse">
            <a:avLst/>
          </a:prstGeom>
          <a:noFill/>
          <a:ln cap="flat" cmpd="sng" w="19050">
            <a:solidFill>
              <a:srgbClr val="17CDE1"/>
            </a:solidFill>
            <a:prstDash val="solid"/>
            <a:round/>
            <a:headEnd len="sm" w="sm" type="none"/>
            <a:tailEnd len="sm" w="sm" type="none"/>
          </a:ln>
        </p:spPr>
      </p:pic>
      <p:pic>
        <p:nvPicPr>
          <p:cNvPr id="206" name="Google Shape;206;p21"/>
          <p:cNvPicPr preferRelativeResize="0"/>
          <p:nvPr/>
        </p:nvPicPr>
        <p:blipFill rotWithShape="1">
          <a:blip r:embed="rId8">
            <a:alphaModFix/>
          </a:blip>
          <a:srcRect b="9749" l="0" r="0" t="-9750"/>
          <a:stretch/>
        </p:blipFill>
        <p:spPr>
          <a:xfrm>
            <a:off x="184425" y="1077600"/>
            <a:ext cx="779700" cy="781200"/>
          </a:xfrm>
          <a:prstGeom prst="ellipse">
            <a:avLst/>
          </a:prstGeom>
          <a:noFill/>
          <a:ln cap="flat" cmpd="sng" w="19050">
            <a:solidFill>
              <a:srgbClr val="17CDE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1151299" y="547800"/>
            <a:ext cx="7453500" cy="3918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500">
                <a:solidFill>
                  <a:srgbClr val="00132F"/>
                </a:solidFill>
              </a:rPr>
              <a:t>EL PROBLEMA / LA NECESIDAD</a:t>
            </a:r>
            <a:endParaRPr sz="2500"/>
          </a:p>
        </p:txBody>
      </p:sp>
      <p:sp>
        <p:nvSpPr>
          <p:cNvPr id="212" name="Google Shape;212;p22"/>
          <p:cNvSpPr txBox="1"/>
          <p:nvPr/>
        </p:nvSpPr>
        <p:spPr>
          <a:xfrm>
            <a:off x="439667" y="2752162"/>
            <a:ext cx="31797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 name="Google Shape;213;p22"/>
          <p:cNvSpPr txBox="1"/>
          <p:nvPr/>
        </p:nvSpPr>
        <p:spPr>
          <a:xfrm>
            <a:off x="4022750" y="2818475"/>
            <a:ext cx="5196000" cy="178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chemeClr val="dk1"/>
                </a:solidFill>
              </a:rPr>
              <a:t>E</a:t>
            </a:r>
            <a:r>
              <a:rPr b="1" lang="es-419" sz="1100">
                <a:solidFill>
                  <a:schemeClr val="dk1"/>
                </a:solidFill>
              </a:rPr>
              <a:t>squematización:</a:t>
            </a:r>
            <a:endParaRPr b="1" sz="1100">
              <a:solidFill>
                <a:schemeClr val="dk1"/>
              </a:solidFill>
            </a:endParaRPr>
          </a:p>
          <a:p>
            <a:pPr indent="0" lvl="0" marL="0" rtl="0" algn="l">
              <a:lnSpc>
                <a:spcPct val="115000"/>
              </a:lnSpc>
              <a:spcBef>
                <a:spcPts val="1200"/>
              </a:spcBef>
              <a:spcAft>
                <a:spcPts val="0"/>
              </a:spcAft>
              <a:buNone/>
            </a:pPr>
            <a:r>
              <a:rPr lang="es-419" sz="1100">
                <a:solidFill>
                  <a:schemeClr val="dk1"/>
                </a:solidFill>
              </a:rPr>
              <a:t>Usuarios: Analistas técnicos de Contugas</a:t>
            </a:r>
            <a:endParaRPr sz="1100">
              <a:solidFill>
                <a:schemeClr val="dk1"/>
              </a:solidFill>
            </a:endParaRPr>
          </a:p>
          <a:p>
            <a:pPr indent="0" lvl="0" marL="0" rtl="0" algn="l">
              <a:lnSpc>
                <a:spcPct val="115000"/>
              </a:lnSpc>
              <a:spcBef>
                <a:spcPts val="1200"/>
              </a:spcBef>
              <a:spcAft>
                <a:spcPts val="0"/>
              </a:spcAft>
              <a:buNone/>
            </a:pPr>
            <a:r>
              <a:rPr lang="es-419" sz="1100">
                <a:solidFill>
                  <a:schemeClr val="dk1"/>
                </a:solidFill>
              </a:rPr>
              <a:t>Requerimientos:</a:t>
            </a:r>
            <a:endParaRPr sz="1100">
              <a:solidFill>
                <a:schemeClr val="dk1"/>
              </a:solidFill>
            </a:endParaRPr>
          </a:p>
          <a:p>
            <a:pPr indent="-298450" lvl="1" marL="914400" rtl="0" algn="l">
              <a:lnSpc>
                <a:spcPct val="115000"/>
              </a:lnSpc>
              <a:spcBef>
                <a:spcPts val="1200"/>
              </a:spcBef>
              <a:spcAft>
                <a:spcPts val="0"/>
              </a:spcAft>
              <a:buClr>
                <a:schemeClr val="dk1"/>
              </a:buClr>
              <a:buSzPts val="1100"/>
              <a:buChar char="○"/>
            </a:pPr>
            <a:r>
              <a:rPr lang="es-419" sz="1100">
                <a:solidFill>
                  <a:schemeClr val="dk1"/>
                </a:solidFill>
              </a:rPr>
              <a:t>Detectar anomalías en consumo en poco tiempo.</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s-419" sz="1100">
                <a:solidFill>
                  <a:schemeClr val="dk1"/>
                </a:solidFill>
              </a:rPr>
              <a:t>Visualizar resultados por cliente.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s-419" sz="1100">
                <a:solidFill>
                  <a:schemeClr val="dk1"/>
                </a:solidFill>
              </a:rPr>
              <a:t>Exportar informes para atención o mantenimiento.</a:t>
            </a:r>
            <a:endParaRPr sz="1100">
              <a:solidFill>
                <a:schemeClr val="dk1"/>
              </a:solidFill>
            </a:endParaRPr>
          </a:p>
        </p:txBody>
      </p:sp>
      <p:pic>
        <p:nvPicPr>
          <p:cNvPr id="214" name="Google Shape;214;p22"/>
          <p:cNvPicPr preferRelativeResize="0"/>
          <p:nvPr/>
        </p:nvPicPr>
        <p:blipFill rotWithShape="1">
          <a:blip r:embed="rId3">
            <a:alphaModFix/>
          </a:blip>
          <a:srcRect b="8994" l="0" r="0" t="21006"/>
          <a:stretch/>
        </p:blipFill>
        <p:spPr>
          <a:xfrm>
            <a:off x="342500" y="2999113"/>
            <a:ext cx="3584824" cy="1547525"/>
          </a:xfrm>
          <a:prstGeom prst="rect">
            <a:avLst/>
          </a:prstGeom>
          <a:noFill/>
          <a:ln>
            <a:noFill/>
          </a:ln>
        </p:spPr>
      </p:pic>
      <p:sp>
        <p:nvSpPr>
          <p:cNvPr id="215" name="Google Shape;215;p22"/>
          <p:cNvSpPr/>
          <p:nvPr/>
        </p:nvSpPr>
        <p:spPr>
          <a:xfrm>
            <a:off x="439675" y="968675"/>
            <a:ext cx="8313300" cy="175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16" name="Google Shape;216;p22"/>
          <p:cNvPicPr preferRelativeResize="0"/>
          <p:nvPr/>
        </p:nvPicPr>
        <p:blipFill rotWithShape="1">
          <a:blip r:embed="rId4">
            <a:alphaModFix/>
          </a:blip>
          <a:srcRect b="10388" l="0" r="0" t="30621"/>
          <a:stretch/>
        </p:blipFill>
        <p:spPr>
          <a:xfrm>
            <a:off x="2295563" y="1169900"/>
            <a:ext cx="4463176" cy="1351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type="title"/>
          </p:nvPr>
        </p:nvSpPr>
        <p:spPr>
          <a:xfrm>
            <a:off x="1233524" y="547800"/>
            <a:ext cx="7453500" cy="3918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500">
                <a:solidFill>
                  <a:srgbClr val="00132F"/>
                </a:solidFill>
              </a:rPr>
              <a:t>Entregables del Prototipo (Demo)</a:t>
            </a:r>
            <a:endParaRPr sz="2500"/>
          </a:p>
        </p:txBody>
      </p:sp>
      <p:sp>
        <p:nvSpPr>
          <p:cNvPr id="222" name="Google Shape;222;p23"/>
          <p:cNvSpPr txBox="1"/>
          <p:nvPr/>
        </p:nvSpPr>
        <p:spPr>
          <a:xfrm>
            <a:off x="439667" y="2752162"/>
            <a:ext cx="31797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200">
              <a:solidFill>
                <a:srgbClr val="7F7F7F"/>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3" name="Google Shape;223;p23"/>
          <p:cNvSpPr txBox="1"/>
          <p:nvPr/>
        </p:nvSpPr>
        <p:spPr>
          <a:xfrm>
            <a:off x="629250" y="1010350"/>
            <a:ext cx="7852200" cy="798000"/>
          </a:xfrm>
          <a:prstGeom prst="rect">
            <a:avLst/>
          </a:prstGeom>
          <a:solidFill>
            <a:srgbClr val="F3F3F3"/>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419" sz="1200">
                <a:solidFill>
                  <a:srgbClr val="00132F"/>
                </a:solidFill>
                <a:latin typeface="Roboto"/>
                <a:ea typeface="Roboto"/>
                <a:cs typeface="Roboto"/>
                <a:sym typeface="Roboto"/>
              </a:rPr>
              <a:t>Se implementa una solución analítica centrada en la detección de anomalías en el consumo de gas natural por parte de los clientes de Contugas, mediante la integración de información técnica proveniente de sensores (presión, temperatura y volumen) </a:t>
            </a:r>
            <a:endParaRPr sz="1200">
              <a:solidFill>
                <a:srgbClr val="00132F"/>
              </a:solidFill>
              <a:latin typeface="Roboto"/>
              <a:ea typeface="Roboto"/>
              <a:cs typeface="Roboto"/>
              <a:sym typeface="Roboto"/>
            </a:endParaRPr>
          </a:p>
        </p:txBody>
      </p:sp>
      <p:sp>
        <p:nvSpPr>
          <p:cNvPr id="224" name="Google Shape;224;p23"/>
          <p:cNvSpPr txBox="1"/>
          <p:nvPr/>
        </p:nvSpPr>
        <p:spPr>
          <a:xfrm>
            <a:off x="633100" y="2275675"/>
            <a:ext cx="4144800" cy="151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419" sz="1200">
                <a:solidFill>
                  <a:srgbClr val="00132F"/>
                </a:solidFill>
                <a:latin typeface="Roboto"/>
                <a:ea typeface="Roboto"/>
                <a:cs typeface="Roboto"/>
                <a:sym typeface="Roboto"/>
              </a:rPr>
              <a:t>Segmentación</a:t>
            </a:r>
            <a:endParaRPr b="1" sz="1200">
              <a:solidFill>
                <a:srgbClr val="00132F"/>
              </a:solidFill>
              <a:latin typeface="Roboto"/>
              <a:ea typeface="Roboto"/>
              <a:cs typeface="Roboto"/>
              <a:sym typeface="Roboto"/>
            </a:endParaRPr>
          </a:p>
          <a:p>
            <a:pPr indent="-292100" lvl="0" marL="457200" rtl="0" algn="just">
              <a:spcBef>
                <a:spcPts val="0"/>
              </a:spcBef>
              <a:spcAft>
                <a:spcPts val="0"/>
              </a:spcAft>
              <a:buClr>
                <a:srgbClr val="00132F"/>
              </a:buClr>
              <a:buSzPts val="1000"/>
              <a:buFont typeface="Roboto"/>
              <a:buChar char="●"/>
            </a:pPr>
            <a:r>
              <a:rPr lang="es-419" sz="1000">
                <a:solidFill>
                  <a:srgbClr val="00132F"/>
                </a:solidFill>
                <a:latin typeface="Roboto"/>
                <a:ea typeface="Roboto"/>
                <a:cs typeface="Roboto"/>
                <a:sym typeface="Roboto"/>
              </a:rPr>
              <a:t>Segmento 0 – Alto volumen, condiciones estables (20%)</a:t>
            </a:r>
            <a:endParaRPr sz="1000">
              <a:solidFill>
                <a:srgbClr val="00132F"/>
              </a:solidFill>
              <a:latin typeface="Roboto"/>
              <a:ea typeface="Roboto"/>
              <a:cs typeface="Roboto"/>
              <a:sym typeface="Roboto"/>
            </a:endParaRPr>
          </a:p>
          <a:p>
            <a:pPr indent="0" lvl="0" marL="0" rtl="0" algn="just">
              <a:spcBef>
                <a:spcPts val="0"/>
              </a:spcBef>
              <a:spcAft>
                <a:spcPts val="0"/>
              </a:spcAft>
              <a:buNone/>
            </a:pPr>
            <a:r>
              <a:t/>
            </a:r>
            <a:endParaRPr sz="1000">
              <a:solidFill>
                <a:srgbClr val="00132F"/>
              </a:solidFill>
              <a:latin typeface="Roboto"/>
              <a:ea typeface="Roboto"/>
              <a:cs typeface="Roboto"/>
              <a:sym typeface="Roboto"/>
            </a:endParaRPr>
          </a:p>
          <a:p>
            <a:pPr indent="-292100" lvl="0" marL="457200" rtl="0" algn="just">
              <a:spcBef>
                <a:spcPts val="0"/>
              </a:spcBef>
              <a:spcAft>
                <a:spcPts val="0"/>
              </a:spcAft>
              <a:buClr>
                <a:srgbClr val="00132F"/>
              </a:buClr>
              <a:buSzPts val="1000"/>
              <a:buFont typeface="Roboto"/>
              <a:buChar char="●"/>
            </a:pPr>
            <a:r>
              <a:rPr lang="es-419" sz="1000">
                <a:solidFill>
                  <a:srgbClr val="00132F"/>
                </a:solidFill>
                <a:latin typeface="Roboto"/>
                <a:ea typeface="Roboto"/>
                <a:cs typeface="Roboto"/>
                <a:sym typeface="Roboto"/>
              </a:rPr>
              <a:t>Segmento 1 – Bajo consumo, inestabilidad térmica (40%)</a:t>
            </a:r>
            <a:endParaRPr sz="1000">
              <a:solidFill>
                <a:srgbClr val="00132F"/>
              </a:solidFill>
              <a:latin typeface="Roboto"/>
              <a:ea typeface="Roboto"/>
              <a:cs typeface="Roboto"/>
              <a:sym typeface="Roboto"/>
            </a:endParaRPr>
          </a:p>
          <a:p>
            <a:pPr indent="0" lvl="0" marL="0" rtl="0" algn="just">
              <a:spcBef>
                <a:spcPts val="0"/>
              </a:spcBef>
              <a:spcAft>
                <a:spcPts val="0"/>
              </a:spcAft>
              <a:buNone/>
            </a:pPr>
            <a:r>
              <a:t/>
            </a:r>
            <a:endParaRPr sz="1000">
              <a:solidFill>
                <a:srgbClr val="00132F"/>
              </a:solidFill>
              <a:latin typeface="Roboto"/>
              <a:ea typeface="Roboto"/>
              <a:cs typeface="Roboto"/>
              <a:sym typeface="Roboto"/>
            </a:endParaRPr>
          </a:p>
          <a:p>
            <a:pPr indent="-292100" lvl="0" marL="457200" rtl="0" algn="just">
              <a:spcBef>
                <a:spcPts val="0"/>
              </a:spcBef>
              <a:spcAft>
                <a:spcPts val="0"/>
              </a:spcAft>
              <a:buClr>
                <a:srgbClr val="00132F"/>
              </a:buClr>
              <a:buSzPts val="1000"/>
              <a:buFont typeface="Roboto"/>
              <a:buChar char="●"/>
            </a:pPr>
            <a:r>
              <a:rPr lang="es-419" sz="1000">
                <a:solidFill>
                  <a:srgbClr val="00132F"/>
                </a:solidFill>
                <a:latin typeface="Roboto"/>
                <a:ea typeface="Roboto"/>
                <a:cs typeface="Roboto"/>
                <a:sym typeface="Roboto"/>
              </a:rPr>
              <a:t>Segmento 2 – Baja presión, consumo medio (10%)</a:t>
            </a:r>
            <a:endParaRPr sz="1000">
              <a:solidFill>
                <a:srgbClr val="00132F"/>
              </a:solidFill>
              <a:latin typeface="Roboto"/>
              <a:ea typeface="Roboto"/>
              <a:cs typeface="Roboto"/>
              <a:sym typeface="Roboto"/>
            </a:endParaRPr>
          </a:p>
          <a:p>
            <a:pPr indent="0" lvl="0" marL="0" rtl="0" algn="just">
              <a:spcBef>
                <a:spcPts val="0"/>
              </a:spcBef>
              <a:spcAft>
                <a:spcPts val="0"/>
              </a:spcAft>
              <a:buNone/>
            </a:pPr>
            <a:r>
              <a:t/>
            </a:r>
            <a:endParaRPr sz="1000">
              <a:solidFill>
                <a:srgbClr val="00132F"/>
              </a:solidFill>
              <a:latin typeface="Roboto"/>
              <a:ea typeface="Roboto"/>
              <a:cs typeface="Roboto"/>
              <a:sym typeface="Roboto"/>
            </a:endParaRPr>
          </a:p>
          <a:p>
            <a:pPr indent="-292100" lvl="0" marL="457200" rtl="0" algn="just">
              <a:spcBef>
                <a:spcPts val="0"/>
              </a:spcBef>
              <a:spcAft>
                <a:spcPts val="0"/>
              </a:spcAft>
              <a:buClr>
                <a:srgbClr val="00132F"/>
              </a:buClr>
              <a:buSzPts val="1000"/>
              <a:buFont typeface="Roboto"/>
              <a:buChar char="●"/>
            </a:pPr>
            <a:r>
              <a:rPr lang="es-419" sz="1000">
                <a:solidFill>
                  <a:srgbClr val="00132F"/>
                </a:solidFill>
                <a:latin typeface="Roboto"/>
                <a:ea typeface="Roboto"/>
                <a:cs typeface="Roboto"/>
                <a:sym typeface="Roboto"/>
              </a:rPr>
              <a:t>Segmento 3 – Consumo medio y estable (30%)</a:t>
            </a:r>
            <a:endParaRPr sz="1000">
              <a:solidFill>
                <a:srgbClr val="00132F"/>
              </a:solidFill>
              <a:latin typeface="Roboto"/>
              <a:ea typeface="Roboto"/>
              <a:cs typeface="Roboto"/>
              <a:sym typeface="Roboto"/>
            </a:endParaRPr>
          </a:p>
          <a:p>
            <a:pPr indent="0" lvl="0" marL="0" rtl="0" algn="just">
              <a:spcBef>
                <a:spcPts val="0"/>
              </a:spcBef>
              <a:spcAft>
                <a:spcPts val="0"/>
              </a:spcAft>
              <a:buNone/>
            </a:pPr>
            <a:r>
              <a:t/>
            </a:r>
            <a:endParaRPr sz="1000">
              <a:solidFill>
                <a:srgbClr val="00132F"/>
              </a:solidFill>
              <a:latin typeface="Roboto"/>
              <a:ea typeface="Roboto"/>
              <a:cs typeface="Roboto"/>
              <a:sym typeface="Roboto"/>
            </a:endParaRPr>
          </a:p>
        </p:txBody>
      </p:sp>
      <p:pic>
        <p:nvPicPr>
          <p:cNvPr id="225" name="Google Shape;225;p23"/>
          <p:cNvPicPr preferRelativeResize="0"/>
          <p:nvPr/>
        </p:nvPicPr>
        <p:blipFill>
          <a:blip r:embed="rId3">
            <a:alphaModFix/>
          </a:blip>
          <a:stretch>
            <a:fillRect/>
          </a:stretch>
        </p:blipFill>
        <p:spPr>
          <a:xfrm>
            <a:off x="139075" y="2670423"/>
            <a:ext cx="739250" cy="739250"/>
          </a:xfrm>
          <a:prstGeom prst="rect">
            <a:avLst/>
          </a:prstGeom>
          <a:noFill/>
          <a:ln>
            <a:noFill/>
          </a:ln>
        </p:spPr>
      </p:pic>
      <p:pic>
        <p:nvPicPr>
          <p:cNvPr id="226" name="Google Shape;226;p23" title="streamlit-streamlit_app-2025-05-21-22-05-61.webm">
            <a:hlinkClick r:id="rId4"/>
          </p:cNvPr>
          <p:cNvPicPr preferRelativeResize="0"/>
          <p:nvPr/>
        </p:nvPicPr>
        <p:blipFill>
          <a:blip r:embed="rId5">
            <a:alphaModFix/>
          </a:blip>
          <a:stretch>
            <a:fillRect/>
          </a:stretch>
        </p:blipFill>
        <p:spPr>
          <a:xfrm>
            <a:off x="4894774" y="1879100"/>
            <a:ext cx="3517650" cy="2638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1233524" y="547800"/>
            <a:ext cx="7453500" cy="3918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500">
                <a:solidFill>
                  <a:srgbClr val="00132F"/>
                </a:solidFill>
              </a:rPr>
              <a:t>Esquema General de Solución</a:t>
            </a:r>
            <a:endParaRPr sz="2500"/>
          </a:p>
        </p:txBody>
      </p:sp>
      <p:sp>
        <p:nvSpPr>
          <p:cNvPr id="232" name="Google Shape;232;p24"/>
          <p:cNvSpPr txBox="1"/>
          <p:nvPr/>
        </p:nvSpPr>
        <p:spPr>
          <a:xfrm>
            <a:off x="269025" y="1174725"/>
            <a:ext cx="8418000" cy="1543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s-419" sz="1100">
                <a:solidFill>
                  <a:schemeClr val="dk1"/>
                </a:solidFill>
              </a:rPr>
              <a:t>Implementamos una solución basada en inteligencia analítica de datos que analiza los datos históricos de consumo de gas y detecta comportamientos anormales sin necesidad de intervención humana. Esta solución se compone de tres bloques principales</a:t>
            </a:r>
            <a:endParaRPr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00000"/>
              </a:lnSpc>
              <a:spcBef>
                <a:spcPts val="1200"/>
              </a:spcBef>
              <a:spcAft>
                <a:spcPts val="1200"/>
              </a:spcAft>
              <a:buNone/>
            </a:pPr>
            <a:r>
              <a:t/>
            </a:r>
            <a:endParaRPr b="1" sz="1100">
              <a:solidFill>
                <a:schemeClr val="dk1"/>
              </a:solidFill>
            </a:endParaRPr>
          </a:p>
        </p:txBody>
      </p:sp>
      <p:pic>
        <p:nvPicPr>
          <p:cNvPr id="233" name="Google Shape;233;p24"/>
          <p:cNvPicPr preferRelativeResize="0"/>
          <p:nvPr/>
        </p:nvPicPr>
        <p:blipFill rotWithShape="1">
          <a:blip r:embed="rId3">
            <a:alphaModFix/>
          </a:blip>
          <a:srcRect b="7884" l="0" r="0" t="18156"/>
          <a:stretch/>
        </p:blipFill>
        <p:spPr>
          <a:xfrm>
            <a:off x="531425" y="1958725"/>
            <a:ext cx="4298100" cy="2245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5"/>
          <p:cNvSpPr txBox="1"/>
          <p:nvPr>
            <p:ph type="title"/>
          </p:nvPr>
        </p:nvSpPr>
        <p:spPr>
          <a:xfrm>
            <a:off x="1151274" y="540325"/>
            <a:ext cx="7453500" cy="3918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500">
                <a:solidFill>
                  <a:srgbClr val="00132F"/>
                </a:solidFill>
              </a:rPr>
              <a:t>Propuesta de Valor y Costos </a:t>
            </a:r>
            <a:endParaRPr sz="2500"/>
          </a:p>
        </p:txBody>
      </p:sp>
      <p:sp>
        <p:nvSpPr>
          <p:cNvPr id="239" name="Google Shape;239;p25"/>
          <p:cNvSpPr txBox="1"/>
          <p:nvPr/>
        </p:nvSpPr>
        <p:spPr>
          <a:xfrm>
            <a:off x="269025" y="1174725"/>
            <a:ext cx="8418000" cy="1543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s-419" sz="1100">
                <a:solidFill>
                  <a:schemeClr val="dk1"/>
                </a:solidFill>
              </a:rPr>
              <a:t>Nuestra solución permite a Contugas anticiparse a eventos anómalos en el consumo de gas con una precisión mayor al 90%, optimizando la respuesta técnica, reduciendo pérdidas y mejorando la seguridad del servicio al cliente</a:t>
            </a:r>
            <a:endParaRPr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00000"/>
              </a:lnSpc>
              <a:spcBef>
                <a:spcPts val="1200"/>
              </a:spcBef>
              <a:spcAft>
                <a:spcPts val="1200"/>
              </a:spcAft>
              <a:buNone/>
            </a:pPr>
            <a:r>
              <a:t/>
            </a:r>
            <a:endParaRPr b="1" sz="1100">
              <a:solidFill>
                <a:schemeClr val="dk1"/>
              </a:solidFill>
            </a:endParaRPr>
          </a:p>
        </p:txBody>
      </p:sp>
      <p:pic>
        <p:nvPicPr>
          <p:cNvPr id="240" name="Google Shape;240;p25"/>
          <p:cNvPicPr preferRelativeResize="0"/>
          <p:nvPr/>
        </p:nvPicPr>
        <p:blipFill rotWithShape="1">
          <a:blip r:embed="rId3">
            <a:alphaModFix/>
          </a:blip>
          <a:srcRect b="5083" l="0" r="0" t="23421"/>
          <a:stretch/>
        </p:blipFill>
        <p:spPr>
          <a:xfrm>
            <a:off x="1945088" y="2040950"/>
            <a:ext cx="5253827" cy="2265225"/>
          </a:xfrm>
          <a:prstGeom prst="rect">
            <a:avLst/>
          </a:prstGeom>
          <a:noFill/>
          <a:ln>
            <a:noFill/>
          </a:ln>
        </p:spPr>
      </p:pic>
      <p:sp>
        <p:nvSpPr>
          <p:cNvPr id="241" name="Google Shape;241;p25"/>
          <p:cNvSpPr/>
          <p:nvPr/>
        </p:nvSpPr>
        <p:spPr>
          <a:xfrm>
            <a:off x="5008950" y="2178275"/>
            <a:ext cx="1338300" cy="348600"/>
          </a:xfrm>
          <a:prstGeom prst="roundRect">
            <a:avLst>
              <a:gd fmla="val 16667" name="adj"/>
            </a:avLst>
          </a:prstGeom>
          <a:solidFill>
            <a:srgbClr val="D9D9D9"/>
          </a:solidFill>
          <a:ln cap="flat" cmpd="sng" w="19050">
            <a:solidFill>
              <a:srgbClr val="66666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1100">
                <a:latin typeface="Calibri"/>
                <a:ea typeface="Calibri"/>
                <a:cs typeface="Calibri"/>
                <a:sym typeface="Calibri"/>
              </a:rPr>
              <a:t>Costos esperados</a:t>
            </a:r>
            <a:endParaRPr b="1" sz="11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txBox="1"/>
          <p:nvPr>
            <p:ph type="title"/>
          </p:nvPr>
        </p:nvSpPr>
        <p:spPr>
          <a:xfrm>
            <a:off x="1233524" y="547800"/>
            <a:ext cx="7453500" cy="391800"/>
          </a:xfrm>
          <a:prstGeom prst="rect">
            <a:avLst/>
          </a:prstGeom>
          <a:noFill/>
          <a:ln>
            <a:noFill/>
          </a:ln>
        </p:spPr>
        <p:txBody>
          <a:bodyPr anchorCtr="0" anchor="t" bIns="0" lIns="0" spcFirstLastPara="1" rIns="0" wrap="square" tIns="7025">
            <a:spAutoFit/>
          </a:bodyPr>
          <a:lstStyle/>
          <a:p>
            <a:pPr indent="0" lvl="0" marL="12700" rtl="0" algn="ctr">
              <a:spcBef>
                <a:spcPts val="0"/>
              </a:spcBef>
              <a:spcAft>
                <a:spcPts val="0"/>
              </a:spcAft>
              <a:buNone/>
            </a:pPr>
            <a:r>
              <a:rPr b="1" lang="es-419" sz="2500">
                <a:solidFill>
                  <a:srgbClr val="00132F"/>
                </a:solidFill>
              </a:rPr>
              <a:t>Riesgos y Condiciones de Adopción</a:t>
            </a:r>
            <a:endParaRPr sz="2500"/>
          </a:p>
        </p:txBody>
      </p:sp>
      <p:sp>
        <p:nvSpPr>
          <p:cNvPr id="247" name="Google Shape;247;p26"/>
          <p:cNvSpPr txBox="1"/>
          <p:nvPr/>
        </p:nvSpPr>
        <p:spPr>
          <a:xfrm>
            <a:off x="415325" y="1216225"/>
            <a:ext cx="8418000" cy="346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s-419" sz="1100">
                <a:solidFill>
                  <a:schemeClr val="dk1"/>
                </a:solidFill>
              </a:rPr>
              <a:t>Riesgos: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419" sz="1100">
                <a:solidFill>
                  <a:schemeClr val="dk1"/>
                </a:solidFill>
              </a:rPr>
              <a:t>Variabilidad en la calidad de los datos históricos</a:t>
            </a:r>
            <a:br>
              <a:rPr lang="es-419"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s-419" sz="1100">
                <a:solidFill>
                  <a:schemeClr val="dk1"/>
                </a:solidFill>
              </a:rPr>
              <a:t>Posibles falsos positivos o negativos que requieren calibración</a:t>
            </a:r>
            <a:br>
              <a:rPr lang="es-419"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419" sz="1100">
                <a:solidFill>
                  <a:schemeClr val="dk1"/>
                </a:solidFill>
              </a:rPr>
              <a:t>Condiciones de adopción: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419" sz="1100">
                <a:solidFill>
                  <a:schemeClr val="dk1"/>
                </a:solidFill>
              </a:rPr>
              <a:t>Integración con el sistema actual de lectura de medidores</a:t>
            </a:r>
            <a:br>
              <a:rPr lang="es-419"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s-419" sz="1100">
                <a:solidFill>
                  <a:schemeClr val="dk1"/>
                </a:solidFill>
              </a:rPr>
              <a:t>Ciclos regulares de actualización y entrenamiento del modelo</a:t>
            </a:r>
            <a:br>
              <a:rPr lang="es-419"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s-419" sz="1100">
                <a:solidFill>
                  <a:schemeClr val="dk1"/>
                </a:solidFill>
              </a:rPr>
              <a:t>Documentación técnica y manual de usuario listos para entrega</a:t>
            </a:r>
            <a:endParaRPr b="1"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00000"/>
              </a:lnSpc>
              <a:spcBef>
                <a:spcPts val="1200"/>
              </a:spcBef>
              <a:spcAft>
                <a:spcPts val="1200"/>
              </a:spcAft>
              <a:buNone/>
            </a:pPr>
            <a:r>
              <a:t/>
            </a:r>
            <a:endParaRPr b="1" sz="1100">
              <a:solidFill>
                <a:schemeClr val="dk1"/>
              </a:solidFill>
            </a:endParaRPr>
          </a:p>
        </p:txBody>
      </p:sp>
      <p:pic>
        <p:nvPicPr>
          <p:cNvPr id="248" name="Google Shape;248;p26"/>
          <p:cNvPicPr preferRelativeResize="0"/>
          <p:nvPr/>
        </p:nvPicPr>
        <p:blipFill rotWithShape="1">
          <a:blip r:embed="rId3">
            <a:alphaModFix/>
          </a:blip>
          <a:srcRect b="11047" l="0" r="0" t="0"/>
          <a:stretch/>
        </p:blipFill>
        <p:spPr>
          <a:xfrm>
            <a:off x="5282225" y="1383100"/>
            <a:ext cx="3367426" cy="2511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